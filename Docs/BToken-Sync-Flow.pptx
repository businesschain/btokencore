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7B36A3B-A26B-4B9A-99B8-64D153E268EF}">
          <p14:sldIdLst/>
        </p14:section>
        <p14:section name="Overview" id="{D4159ECE-CEC8-4DFB-A155-46081E81C210}">
          <p14:sldIdLst>
            <p14:sldId id="257"/>
          </p14:sldIdLst>
        </p14:section>
        <p14:section name="Phases" id="{1A1B7110-D5F4-45F9-A691-391FF7D810E4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E5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60" y="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78E16-16E3-9FFA-46E9-F04154DAA8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E66963D-8C6F-3EAA-A748-7A3CE4C590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5555E1-E54C-6198-1939-F1641678E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424D8C-C9C2-C380-A3CC-BF9C1C527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404149-30EB-FEA5-125C-6C9920420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10862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DEFFAD-3B5B-B294-F806-1AE8793D4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E6C83A3-2513-E5BD-2061-787AB5C4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321123C-2BFF-451B-63BE-08921AAE5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08044B-1E3F-7BF3-DAE1-7C51626F8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243EA45-09DB-BAD9-FDF7-9C526370B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368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AD55B3-AFBA-DF6D-B72E-319C70B62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E729E01-548C-096E-C171-7AC1A492E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7E30E51-B53B-BC7F-4051-F42092825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806A49-B556-A05C-06A3-3D16894DF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6A6A1B3-EFC3-B5E8-986E-1CBC1396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10122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9F71A7-D740-B33E-F53D-A73C63EC2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A50281-0B45-C64E-C9AA-8436446658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AEDFA43-9CE4-F310-BA55-969D6E9A7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823B208-42EA-3AE7-E027-4283DFB19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0D3C5AD-A801-71C2-045D-7C95AB69F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099835C-9259-77A2-3827-9E5C5D21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86695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2660E8-0745-B414-FEF3-BD5B88DB7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63ED3B6-ADC1-241A-0E0F-3191E114BA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0D7E292-A785-C353-5014-39BAFB3C56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351E557-475B-2168-7243-6EAD457156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C8AAC69-DC61-A45E-2C93-69BA678511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F1F1D6B-51A8-E3C9-E82B-54DBDACF4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362C5A0-2005-F1CE-763D-7738C9F3F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54E9940-9A90-3B4A-85F8-513EC5678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576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26F64F-0A13-D16F-28EB-B46B03299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426FF51-5958-A3A1-FC4A-C7B183F7E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8D921D2-2F04-3BB7-105E-6C22EBB56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2F4160-E6BF-4EFD-7AA6-90DC1D48C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98082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2F5ABB-D955-2333-0DAF-AC410AB96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E6F3E5E-D564-FB9F-56A7-BF5384EE9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F409428-C834-5DC6-D426-40C6E9D6B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9462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C1F57F-C9C2-F75E-462E-B724E99B9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6FB381-9625-3B39-67D6-47C7AE6DB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5BF1C7B-DC7A-CF41-87A9-35877F4260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8C18A84-7137-89C1-E890-F9AFA2E62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01AE4CC-4C56-C6A7-C7A4-1C6905ED1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DEF36F2-8678-17FB-95D0-0BCC456D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24511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CBE7D8-0009-CEAE-F519-E1F6DD541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860DDAA-F60A-6F05-AE84-75A54F28A85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5F67091-B889-807B-1DB1-EAA2CA492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92AD8A2-CD22-60DC-139F-934732EFA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F39B40C-005B-6E45-7232-14E4CADA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7A60AE2-DFF5-7F83-6E15-B2C7B3791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80234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5DA7BB-F526-D94D-1A30-913B849F8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9FE2CF9-CAA7-8189-B534-98CC653640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A0FBEAA-0F8E-6AB0-CA71-C8D5815E6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C67163D-1DDF-F4E3-A170-AB558B799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509207-4555-1091-7F30-188526F8C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8051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9FCAA9B-CFFA-B3CA-551C-5463BE8194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9FB90AC-7F31-0571-36D5-266AEF4DC3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ED1E13-3273-A24C-85B7-19A7A1F7A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10F459F-75FD-B4E8-FFCD-1BB17FFB7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6ED4CE-4E14-C676-9B0B-13F9E3390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75332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229C0FF-0EF3-C254-CFEB-451A3F4A9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F7986C4-FFED-7317-F988-ED1C0C9A10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AFB0D8-E022-B54E-54C5-5B97C549FC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D4D4841-4963-8A4E-E9AA-6319E68DE6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BB9730-A4A4-9DF0-59D1-CFBE7805D0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99930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Blockchain">
            <a:extLst>
              <a:ext uri="{FF2B5EF4-FFF2-40B4-BE49-F238E27FC236}">
                <a16:creationId xmlns:a16="http://schemas.microsoft.com/office/drawing/2014/main" id="{5B126D48-19EA-EA78-4F63-6B9C3E64D6D9}"/>
              </a:ext>
            </a:extLst>
          </p:cNvPr>
          <p:cNvSpPr/>
          <p:nvPr/>
        </p:nvSpPr>
        <p:spPr>
          <a:xfrm>
            <a:off x="508000" y="4241800"/>
            <a:ext cx="11176000" cy="2372815"/>
          </a:xfrm>
          <a:prstGeom prst="roundRect">
            <a:avLst>
              <a:gd name="adj" fmla="val 5816"/>
            </a:avLst>
          </a:prstGeom>
          <a:solidFill>
            <a:srgbClr val="EBE5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0" name="Branch">
            <a:extLst>
              <a:ext uri="{FF2B5EF4-FFF2-40B4-BE49-F238E27FC236}">
                <a16:creationId xmlns:a16="http://schemas.microsoft.com/office/drawing/2014/main" id="{8A185DF5-E793-4F03-62B5-C7B624B90074}"/>
              </a:ext>
            </a:extLst>
          </p:cNvPr>
          <p:cNvSpPr/>
          <p:nvPr/>
        </p:nvSpPr>
        <p:spPr>
          <a:xfrm>
            <a:off x="635000" y="4434701"/>
            <a:ext cx="7747000" cy="1997944"/>
          </a:xfrm>
          <a:prstGeom prst="roundRect">
            <a:avLst>
              <a:gd name="adj" fmla="val 6322"/>
            </a:avLst>
          </a:prstGeom>
          <a:solidFill>
            <a:srgbClr val="D2C5F4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3" name="Network">
            <a:extLst>
              <a:ext uri="{FF2B5EF4-FFF2-40B4-BE49-F238E27FC236}">
                <a16:creationId xmlns:a16="http://schemas.microsoft.com/office/drawing/2014/main" id="{28B2C70C-1B91-D88A-2C7B-5745A138FE91}"/>
              </a:ext>
            </a:extLst>
          </p:cNvPr>
          <p:cNvSpPr/>
          <p:nvPr/>
        </p:nvSpPr>
        <p:spPr>
          <a:xfrm>
            <a:off x="508000" y="2590800"/>
            <a:ext cx="11176000" cy="1498600"/>
          </a:xfrm>
          <a:prstGeom prst="roundRect">
            <a:avLst>
              <a:gd name="adj" fmla="val 5000"/>
            </a:avLst>
          </a:prstGeom>
          <a:solidFill>
            <a:srgbClr val="EEF8F6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Peer stack 2">
            <a:extLst>
              <a:ext uri="{FF2B5EF4-FFF2-40B4-BE49-F238E27FC236}">
                <a16:creationId xmlns:a16="http://schemas.microsoft.com/office/drawing/2014/main" id="{01EB943A-1E7F-A441-3151-3CB649D3B47C}"/>
              </a:ext>
            </a:extLst>
          </p:cNvPr>
          <p:cNvSpPr/>
          <p:nvPr/>
        </p:nvSpPr>
        <p:spPr>
          <a:xfrm>
            <a:off x="838200" y="2768600"/>
            <a:ext cx="7747000" cy="1143000"/>
          </a:xfrm>
          <a:prstGeom prst="roundRect">
            <a:avLst>
              <a:gd name="adj" fmla="val 9000"/>
            </a:avLst>
          </a:prstGeom>
          <a:solidFill>
            <a:srgbClr val="BFE3DB">
              <a:alpha val="40000"/>
            </a:srgbClr>
          </a:solidFill>
          <a:ln w="15875" cap="flat" cmpd="sng" algn="ctr">
            <a:solidFill>
              <a:srgbClr val="0F766E">
                <a:alpha val="3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08" name="remote peer stack 2">
            <a:extLst>
              <a:ext uri="{FF2B5EF4-FFF2-40B4-BE49-F238E27FC236}">
                <a16:creationId xmlns:a16="http://schemas.microsoft.com/office/drawing/2014/main" id="{ECB2271F-CF9D-5E6E-CB42-15E2A6293589}"/>
              </a:ext>
            </a:extLst>
          </p:cNvPr>
          <p:cNvSpPr/>
          <p:nvPr/>
        </p:nvSpPr>
        <p:spPr>
          <a:xfrm>
            <a:off x="838200" y="1524000"/>
            <a:ext cx="7747000" cy="330200"/>
          </a:xfrm>
          <a:prstGeom prst="roundRect">
            <a:avLst>
              <a:gd name="adj" fmla="val 30000"/>
            </a:avLst>
          </a:prstGeom>
          <a:solidFill>
            <a:srgbClr val="FDF0DC">
              <a:alpha val="40000"/>
            </a:srgbClr>
          </a:solidFill>
          <a:ln w="15875" cap="flat" cmpd="sng" algn="ctr">
            <a:solidFill>
              <a:srgbClr val="C2700A">
                <a:alpha val="3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7A4306"/>
              </a:solidFill>
              <a:latin typeface="Segoe UI Semibold" panose="020B0702040204020203" pitchFamily="34" charset="0"/>
            </a:endParaRPr>
          </a:p>
        </p:txBody>
      </p:sp>
      <p:cxnSp>
        <p:nvCxnSpPr>
          <p:cNvPr id="209" name="Straight Connector 14 stack 2">
            <a:extLst>
              <a:ext uri="{FF2B5EF4-FFF2-40B4-BE49-F238E27FC236}">
                <a16:creationId xmlns:a16="http://schemas.microsoft.com/office/drawing/2014/main" id="{91B37BA2-09C8-C756-56F8-AAA7DDFCC10E}"/>
              </a:ext>
            </a:extLst>
          </p:cNvPr>
          <p:cNvCxnSpPr/>
          <p:nvPr/>
        </p:nvCxnSpPr>
        <p:spPr>
          <a:xfrm flipV="1">
            <a:off x="4965700" y="1854200"/>
            <a:ext cx="0" cy="1371600"/>
          </a:xfrm>
          <a:prstGeom prst="line">
            <a:avLst/>
          </a:prstGeom>
          <a:ln w="22225" cap="flat" cmpd="sng" algn="ctr">
            <a:solidFill>
              <a:srgbClr val="C2700A">
                <a:alpha val="30000"/>
              </a:srgbClr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15 stack 2">
            <a:extLst>
              <a:ext uri="{FF2B5EF4-FFF2-40B4-BE49-F238E27FC236}">
                <a16:creationId xmlns:a16="http://schemas.microsoft.com/office/drawing/2014/main" id="{B0B09E27-DFB1-7CB5-BA5E-8E5DE44B6067}"/>
              </a:ext>
            </a:extLst>
          </p:cNvPr>
          <p:cNvCxnSpPr/>
          <p:nvPr/>
        </p:nvCxnSpPr>
        <p:spPr>
          <a:xfrm>
            <a:off x="4076700" y="1854200"/>
            <a:ext cx="0" cy="1371600"/>
          </a:xfrm>
          <a:prstGeom prst="line">
            <a:avLst/>
          </a:prstGeom>
          <a:ln w="22225" cap="flat" cmpd="sng" algn="ctr">
            <a:solidFill>
              <a:srgbClr val="C2700A">
                <a:alpha val="30000"/>
              </a:srgbClr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30 stack 2">
            <a:extLst>
              <a:ext uri="{FF2B5EF4-FFF2-40B4-BE49-F238E27FC236}">
                <a16:creationId xmlns:a16="http://schemas.microsoft.com/office/drawing/2014/main" id="{ED8B7D77-D015-8FF7-264A-E239634EEF51}"/>
              </a:ext>
            </a:extLst>
          </p:cNvPr>
          <p:cNvCxnSpPr/>
          <p:nvPr/>
        </p:nvCxnSpPr>
        <p:spPr>
          <a:xfrm flipV="1">
            <a:off x="6743700" y="1854200"/>
            <a:ext cx="0" cy="1371600"/>
          </a:xfrm>
          <a:prstGeom prst="line">
            <a:avLst/>
          </a:prstGeom>
          <a:ln w="22225" cap="flat" cmpd="sng" algn="ctr">
            <a:solidFill>
              <a:srgbClr val="C2700A">
                <a:alpha val="30000"/>
              </a:srgbClr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31 stack 2">
            <a:extLst>
              <a:ext uri="{FF2B5EF4-FFF2-40B4-BE49-F238E27FC236}">
                <a16:creationId xmlns:a16="http://schemas.microsoft.com/office/drawing/2014/main" id="{F708C155-CC23-B426-2E82-7DF4DBC8EC18}"/>
              </a:ext>
            </a:extLst>
          </p:cNvPr>
          <p:cNvCxnSpPr/>
          <p:nvPr/>
        </p:nvCxnSpPr>
        <p:spPr>
          <a:xfrm>
            <a:off x="7632700" y="1854200"/>
            <a:ext cx="0" cy="1371600"/>
          </a:xfrm>
          <a:prstGeom prst="line">
            <a:avLst/>
          </a:prstGeom>
          <a:ln w="22225" cap="flat" cmpd="sng" algn="ctr">
            <a:solidFill>
              <a:srgbClr val="C2700A">
                <a:alpha val="30000"/>
              </a:srgbClr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ounded Rectangle 16 stack 2">
            <a:extLst>
              <a:ext uri="{FF2B5EF4-FFF2-40B4-BE49-F238E27FC236}">
                <a16:creationId xmlns:a16="http://schemas.microsoft.com/office/drawing/2014/main" id="{5CC5E55B-4625-D8FE-E87B-E34EDEE875BA}"/>
              </a:ext>
            </a:extLst>
          </p:cNvPr>
          <p:cNvSpPr/>
          <p:nvPr/>
        </p:nvSpPr>
        <p:spPr>
          <a:xfrm>
            <a:off x="4521200" y="20955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>
              <a:alpha val="40000"/>
            </a:srgbClr>
          </a:solidFill>
          <a:ln w="12700" cap="flat" cmpd="sng" algn="ctr">
            <a:solidFill>
              <a:srgbClr val="C2700A">
                <a:alpha val="3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214" name="Rounded Rectangle 17 stack 2">
            <a:extLst>
              <a:ext uri="{FF2B5EF4-FFF2-40B4-BE49-F238E27FC236}">
                <a16:creationId xmlns:a16="http://schemas.microsoft.com/office/drawing/2014/main" id="{6A2F6082-C497-8CE8-2067-87D3373A4CD5}"/>
              </a:ext>
            </a:extLst>
          </p:cNvPr>
          <p:cNvSpPr/>
          <p:nvPr/>
        </p:nvSpPr>
        <p:spPr>
          <a:xfrm>
            <a:off x="3738880" y="20955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>
              <a:alpha val="40000"/>
            </a:srgbClr>
          </a:solidFill>
          <a:ln w="12700" cap="flat" cmpd="sng" algn="ctr">
            <a:solidFill>
              <a:srgbClr val="C2700A">
                <a:alpha val="3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215" name="Rounded Rectangle 32 stack 2">
            <a:extLst>
              <a:ext uri="{FF2B5EF4-FFF2-40B4-BE49-F238E27FC236}">
                <a16:creationId xmlns:a16="http://schemas.microsoft.com/office/drawing/2014/main" id="{70133638-5EED-2E35-582B-72D1C7414D40}"/>
              </a:ext>
            </a:extLst>
          </p:cNvPr>
          <p:cNvSpPr/>
          <p:nvPr/>
        </p:nvSpPr>
        <p:spPr>
          <a:xfrm>
            <a:off x="6405880" y="20955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>
              <a:alpha val="40000"/>
            </a:srgbClr>
          </a:solidFill>
          <a:ln w="12700" cap="flat" cmpd="sng" algn="ctr">
            <a:solidFill>
              <a:srgbClr val="C2700A">
                <a:alpha val="3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216" name="Rounded Rectangle 33 stack 2">
            <a:extLst>
              <a:ext uri="{FF2B5EF4-FFF2-40B4-BE49-F238E27FC236}">
                <a16:creationId xmlns:a16="http://schemas.microsoft.com/office/drawing/2014/main" id="{22D0540F-E70B-E6ED-1D06-5626AED33045}"/>
              </a:ext>
            </a:extLst>
          </p:cNvPr>
          <p:cNvSpPr/>
          <p:nvPr/>
        </p:nvSpPr>
        <p:spPr>
          <a:xfrm>
            <a:off x="7366000" y="2095500"/>
            <a:ext cx="533400" cy="215900"/>
          </a:xfrm>
          <a:prstGeom prst="roundRect">
            <a:avLst>
              <a:gd name="adj" fmla="val 50000"/>
            </a:avLst>
          </a:prstGeom>
          <a:solidFill>
            <a:srgbClr val="FFFFFF">
              <a:alpha val="40000"/>
            </a:srgbClr>
          </a:solidFill>
          <a:ln w="12700" cap="flat" cmpd="sng" algn="ctr">
            <a:solidFill>
              <a:srgbClr val="C2700A">
                <a:alpha val="3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cxnSp>
        <p:nvCxnSpPr>
          <p:cNvPr id="217" name="wire verack stack 2">
            <a:extLst>
              <a:ext uri="{FF2B5EF4-FFF2-40B4-BE49-F238E27FC236}">
                <a16:creationId xmlns:a16="http://schemas.microsoft.com/office/drawing/2014/main" id="{D8B180A3-5C4D-394B-9C1F-92E56D70DF5B}"/>
              </a:ext>
            </a:extLst>
          </p:cNvPr>
          <p:cNvCxnSpPr/>
          <p:nvPr/>
        </p:nvCxnSpPr>
        <p:spPr>
          <a:xfrm>
            <a:off x="1600200" y="1854200"/>
            <a:ext cx="0" cy="1371600"/>
          </a:xfrm>
          <a:prstGeom prst="line">
            <a:avLst/>
          </a:prstGeom>
          <a:ln w="22225" cap="flat" cmpd="sng" algn="ctr">
            <a:solidFill>
              <a:srgbClr val="C2700A">
                <a:alpha val="30000"/>
              </a:srgbClr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pill verack stack 2">
            <a:extLst>
              <a:ext uri="{FF2B5EF4-FFF2-40B4-BE49-F238E27FC236}">
                <a16:creationId xmlns:a16="http://schemas.microsoft.com/office/drawing/2014/main" id="{BFE7C911-9B72-DD26-161B-48303809046C}"/>
              </a:ext>
            </a:extLst>
          </p:cNvPr>
          <p:cNvSpPr/>
          <p:nvPr/>
        </p:nvSpPr>
        <p:spPr>
          <a:xfrm>
            <a:off x="1297940" y="2095500"/>
            <a:ext cx="604520" cy="215900"/>
          </a:xfrm>
          <a:prstGeom prst="roundRect">
            <a:avLst>
              <a:gd name="adj" fmla="val 50000"/>
            </a:avLst>
          </a:prstGeom>
          <a:solidFill>
            <a:srgbClr val="FFFFFF">
              <a:alpha val="40000"/>
            </a:srgbClr>
          </a:solidFill>
          <a:ln w="12700" cap="flat" cmpd="sng" algn="ctr">
            <a:solidFill>
              <a:srgbClr val="C2700A">
                <a:alpha val="3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cxnSp>
        <p:nvCxnSpPr>
          <p:cNvPr id="219" name="wire getheaders VerAck stack 2">
            <a:extLst>
              <a:ext uri="{FF2B5EF4-FFF2-40B4-BE49-F238E27FC236}">
                <a16:creationId xmlns:a16="http://schemas.microsoft.com/office/drawing/2014/main" id="{1D87AD18-6DFA-4E7F-F8C9-0A0AA1B24EB9}"/>
              </a:ext>
            </a:extLst>
          </p:cNvPr>
          <p:cNvCxnSpPr/>
          <p:nvPr/>
        </p:nvCxnSpPr>
        <p:spPr>
          <a:xfrm flipV="1">
            <a:off x="2489200" y="1854200"/>
            <a:ext cx="0" cy="1371600"/>
          </a:xfrm>
          <a:prstGeom prst="line">
            <a:avLst/>
          </a:prstGeom>
          <a:ln w="22225" cap="flat" cmpd="sng" algn="ctr">
            <a:solidFill>
              <a:srgbClr val="C2700A">
                <a:alpha val="30000"/>
              </a:srgbClr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pill getheaders VerAck stack 2">
            <a:extLst>
              <a:ext uri="{FF2B5EF4-FFF2-40B4-BE49-F238E27FC236}">
                <a16:creationId xmlns:a16="http://schemas.microsoft.com/office/drawing/2014/main" id="{A0868E58-EAF1-AE71-6273-2A1910FE8D83}"/>
              </a:ext>
            </a:extLst>
          </p:cNvPr>
          <p:cNvSpPr/>
          <p:nvPr/>
        </p:nvSpPr>
        <p:spPr>
          <a:xfrm>
            <a:off x="2044700" y="20955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>
              <a:alpha val="40000"/>
            </a:srgbClr>
          </a:solidFill>
          <a:ln w="12700" cap="flat" cmpd="sng" algn="ctr">
            <a:solidFill>
              <a:srgbClr val="C2700A">
                <a:alpha val="3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221" name="badge 1 verack stack 2">
            <a:extLst>
              <a:ext uri="{FF2B5EF4-FFF2-40B4-BE49-F238E27FC236}">
                <a16:creationId xmlns:a16="http://schemas.microsoft.com/office/drawing/2014/main" id="{D6EA3BD5-5375-63F0-CDD4-CF6E08E7F226}"/>
              </a:ext>
            </a:extLst>
          </p:cNvPr>
          <p:cNvSpPr/>
          <p:nvPr/>
        </p:nvSpPr>
        <p:spPr>
          <a:xfrm>
            <a:off x="1517650" y="2393950"/>
            <a:ext cx="165100" cy="165100"/>
          </a:xfrm>
          <a:prstGeom prst="ellipse">
            <a:avLst/>
          </a:prstGeom>
          <a:solidFill>
            <a:srgbClr val="C2700A">
              <a:alpha val="40000"/>
            </a:srgbClr>
          </a:solidFill>
          <a:ln w="9525" cap="flat" cmpd="sng" algn="ctr">
            <a:solidFill>
              <a:srgbClr val="FFFFFF">
                <a:alpha val="3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222" name="badge 2 getheaders VerAck stack 2">
            <a:extLst>
              <a:ext uri="{FF2B5EF4-FFF2-40B4-BE49-F238E27FC236}">
                <a16:creationId xmlns:a16="http://schemas.microsoft.com/office/drawing/2014/main" id="{500DEA32-E4C3-8118-5C6B-7F8D7A1FFB67}"/>
              </a:ext>
            </a:extLst>
          </p:cNvPr>
          <p:cNvSpPr/>
          <p:nvPr/>
        </p:nvSpPr>
        <p:spPr>
          <a:xfrm>
            <a:off x="2406650" y="2393950"/>
            <a:ext cx="165100" cy="165100"/>
          </a:xfrm>
          <a:prstGeom prst="ellipse">
            <a:avLst/>
          </a:prstGeom>
          <a:solidFill>
            <a:srgbClr val="C2700A">
              <a:alpha val="40000"/>
            </a:srgbClr>
          </a:solidFill>
          <a:ln w="9525" cap="flat" cmpd="sng" algn="ctr">
            <a:solidFill>
              <a:srgbClr val="FFFFFF">
                <a:alpha val="3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223" name="badge 3 headers stack 2">
            <a:extLst>
              <a:ext uri="{FF2B5EF4-FFF2-40B4-BE49-F238E27FC236}">
                <a16:creationId xmlns:a16="http://schemas.microsoft.com/office/drawing/2014/main" id="{1375C536-0940-B8E0-1C9C-0F219A64E867}"/>
              </a:ext>
            </a:extLst>
          </p:cNvPr>
          <p:cNvSpPr/>
          <p:nvPr/>
        </p:nvSpPr>
        <p:spPr>
          <a:xfrm>
            <a:off x="3994150" y="2393950"/>
            <a:ext cx="165100" cy="165100"/>
          </a:xfrm>
          <a:prstGeom prst="ellipse">
            <a:avLst/>
          </a:prstGeom>
          <a:solidFill>
            <a:srgbClr val="C2700A">
              <a:alpha val="40000"/>
            </a:srgbClr>
          </a:solidFill>
          <a:ln w="9525" cap="flat" cmpd="sng" algn="ctr">
            <a:solidFill>
              <a:srgbClr val="FFFFFF">
                <a:alpha val="3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224" name="badge 4 getheaders stack 2">
            <a:extLst>
              <a:ext uri="{FF2B5EF4-FFF2-40B4-BE49-F238E27FC236}">
                <a16:creationId xmlns:a16="http://schemas.microsoft.com/office/drawing/2014/main" id="{8CF03B37-40D8-3D38-55D2-5B71913A6858}"/>
              </a:ext>
            </a:extLst>
          </p:cNvPr>
          <p:cNvSpPr/>
          <p:nvPr/>
        </p:nvSpPr>
        <p:spPr>
          <a:xfrm>
            <a:off x="4883150" y="2393950"/>
            <a:ext cx="165100" cy="165100"/>
          </a:xfrm>
          <a:prstGeom prst="ellipse">
            <a:avLst/>
          </a:prstGeom>
          <a:solidFill>
            <a:srgbClr val="C2700A">
              <a:alpha val="40000"/>
            </a:srgbClr>
          </a:solidFill>
          <a:ln w="9525" cap="flat" cmpd="sng" algn="ctr">
            <a:solidFill>
              <a:srgbClr val="FFFFFF">
                <a:alpha val="3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225" name="badge 5 getdata stack 2">
            <a:extLst>
              <a:ext uri="{FF2B5EF4-FFF2-40B4-BE49-F238E27FC236}">
                <a16:creationId xmlns:a16="http://schemas.microsoft.com/office/drawing/2014/main" id="{E927BF4C-504A-BA85-EA7A-472242FC2A72}"/>
              </a:ext>
            </a:extLst>
          </p:cNvPr>
          <p:cNvSpPr/>
          <p:nvPr/>
        </p:nvSpPr>
        <p:spPr>
          <a:xfrm>
            <a:off x="6661150" y="2393950"/>
            <a:ext cx="165100" cy="165100"/>
          </a:xfrm>
          <a:prstGeom prst="ellipse">
            <a:avLst/>
          </a:prstGeom>
          <a:solidFill>
            <a:srgbClr val="C2700A">
              <a:alpha val="40000"/>
            </a:srgbClr>
          </a:solidFill>
          <a:ln w="9525" cap="flat" cmpd="sng" algn="ctr">
            <a:solidFill>
              <a:srgbClr val="FFFFFF">
                <a:alpha val="3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226" name="badge 6 block stack 2">
            <a:extLst>
              <a:ext uri="{FF2B5EF4-FFF2-40B4-BE49-F238E27FC236}">
                <a16:creationId xmlns:a16="http://schemas.microsoft.com/office/drawing/2014/main" id="{71D7F02B-48D6-B1D5-A514-F10FFFC9E14A}"/>
              </a:ext>
            </a:extLst>
          </p:cNvPr>
          <p:cNvSpPr/>
          <p:nvPr/>
        </p:nvSpPr>
        <p:spPr>
          <a:xfrm>
            <a:off x="7550150" y="2393950"/>
            <a:ext cx="165100" cy="165100"/>
          </a:xfrm>
          <a:prstGeom prst="ellipse">
            <a:avLst/>
          </a:prstGeom>
          <a:solidFill>
            <a:srgbClr val="C2700A">
              <a:alpha val="40000"/>
            </a:srgbClr>
          </a:solidFill>
          <a:ln w="9525" cap="flat" cmpd="sng" algn="ctr">
            <a:solidFill>
              <a:srgbClr val="FFFFFF">
                <a:alpha val="3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21" name="Peer stack 1">
            <a:extLst>
              <a:ext uri="{FF2B5EF4-FFF2-40B4-BE49-F238E27FC236}">
                <a16:creationId xmlns:a16="http://schemas.microsoft.com/office/drawing/2014/main" id="{E3053DE0-F07F-BB68-7B79-9E0384D6A4E4}"/>
              </a:ext>
            </a:extLst>
          </p:cNvPr>
          <p:cNvSpPr/>
          <p:nvPr/>
        </p:nvSpPr>
        <p:spPr>
          <a:xfrm>
            <a:off x="800100" y="2743200"/>
            <a:ext cx="7747000" cy="1143000"/>
          </a:xfrm>
          <a:prstGeom prst="roundRect">
            <a:avLst>
              <a:gd name="adj" fmla="val 9000"/>
            </a:avLst>
          </a:prstGeom>
          <a:solidFill>
            <a:srgbClr val="BFE3DB">
              <a:alpha val="70000"/>
            </a:srgbClr>
          </a:solidFill>
          <a:ln w="15875" cap="flat" cmpd="sng" algn="ctr">
            <a:solidFill>
              <a:srgbClr val="0F766E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89" name="remote peer stack 1">
            <a:extLst>
              <a:ext uri="{FF2B5EF4-FFF2-40B4-BE49-F238E27FC236}">
                <a16:creationId xmlns:a16="http://schemas.microsoft.com/office/drawing/2014/main" id="{DCCE252A-B375-1BA1-A317-4FD35FCECC20}"/>
              </a:ext>
            </a:extLst>
          </p:cNvPr>
          <p:cNvSpPr/>
          <p:nvPr/>
        </p:nvSpPr>
        <p:spPr>
          <a:xfrm>
            <a:off x="800100" y="1498600"/>
            <a:ext cx="7747000" cy="330200"/>
          </a:xfrm>
          <a:prstGeom prst="roundRect">
            <a:avLst>
              <a:gd name="adj" fmla="val 30000"/>
            </a:avLst>
          </a:prstGeom>
          <a:solidFill>
            <a:srgbClr val="FDF0DC">
              <a:alpha val="70000"/>
            </a:srgbClr>
          </a:solidFill>
          <a:ln w="15875" cap="flat" cmpd="sng" algn="ctr">
            <a:solidFill>
              <a:srgbClr val="C2700A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7A4306"/>
              </a:solidFill>
              <a:latin typeface="Segoe UI Semibold" panose="020B0702040204020203" pitchFamily="34" charset="0"/>
            </a:endParaRPr>
          </a:p>
        </p:txBody>
      </p:sp>
      <p:cxnSp>
        <p:nvCxnSpPr>
          <p:cNvPr id="190" name="Straight Connector 14 stack 1">
            <a:extLst>
              <a:ext uri="{FF2B5EF4-FFF2-40B4-BE49-F238E27FC236}">
                <a16:creationId xmlns:a16="http://schemas.microsoft.com/office/drawing/2014/main" id="{F449EE4F-AE2A-EDB1-6CAF-3ED288E500EB}"/>
              </a:ext>
            </a:extLst>
          </p:cNvPr>
          <p:cNvCxnSpPr/>
          <p:nvPr/>
        </p:nvCxnSpPr>
        <p:spPr>
          <a:xfrm flipV="1">
            <a:off x="4927600" y="1828800"/>
            <a:ext cx="0" cy="1371600"/>
          </a:xfrm>
          <a:prstGeom prst="line">
            <a:avLst/>
          </a:prstGeom>
          <a:ln w="22225" cap="flat" cmpd="sng" algn="ctr">
            <a:solidFill>
              <a:srgbClr val="C2700A">
                <a:alpha val="65000"/>
              </a:srgbClr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Connector 15 stack 1">
            <a:extLst>
              <a:ext uri="{FF2B5EF4-FFF2-40B4-BE49-F238E27FC236}">
                <a16:creationId xmlns:a16="http://schemas.microsoft.com/office/drawing/2014/main" id="{D74D8805-BDE1-A4A4-A8FD-5F9FFB0019B0}"/>
              </a:ext>
            </a:extLst>
          </p:cNvPr>
          <p:cNvCxnSpPr/>
          <p:nvPr/>
        </p:nvCxnSpPr>
        <p:spPr>
          <a:xfrm>
            <a:off x="4038600" y="1828800"/>
            <a:ext cx="0" cy="1371600"/>
          </a:xfrm>
          <a:prstGeom prst="line">
            <a:avLst/>
          </a:prstGeom>
          <a:ln w="22225" cap="flat" cmpd="sng" algn="ctr">
            <a:solidFill>
              <a:srgbClr val="C2700A">
                <a:alpha val="65000"/>
              </a:srgbClr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30 stack 1">
            <a:extLst>
              <a:ext uri="{FF2B5EF4-FFF2-40B4-BE49-F238E27FC236}">
                <a16:creationId xmlns:a16="http://schemas.microsoft.com/office/drawing/2014/main" id="{43416829-9B7B-D832-9D2A-BC2E45917A21}"/>
              </a:ext>
            </a:extLst>
          </p:cNvPr>
          <p:cNvCxnSpPr/>
          <p:nvPr/>
        </p:nvCxnSpPr>
        <p:spPr>
          <a:xfrm flipV="1">
            <a:off x="6705600" y="1828800"/>
            <a:ext cx="0" cy="1371600"/>
          </a:xfrm>
          <a:prstGeom prst="line">
            <a:avLst/>
          </a:prstGeom>
          <a:ln w="22225" cap="flat" cmpd="sng" algn="ctr">
            <a:solidFill>
              <a:srgbClr val="C2700A">
                <a:alpha val="65000"/>
              </a:srgbClr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31 stack 1">
            <a:extLst>
              <a:ext uri="{FF2B5EF4-FFF2-40B4-BE49-F238E27FC236}">
                <a16:creationId xmlns:a16="http://schemas.microsoft.com/office/drawing/2014/main" id="{C0BA47FB-6856-F977-22A8-1DD2F3A2CBAD}"/>
              </a:ext>
            </a:extLst>
          </p:cNvPr>
          <p:cNvCxnSpPr/>
          <p:nvPr/>
        </p:nvCxnSpPr>
        <p:spPr>
          <a:xfrm>
            <a:off x="7594600" y="1828800"/>
            <a:ext cx="0" cy="1371600"/>
          </a:xfrm>
          <a:prstGeom prst="line">
            <a:avLst/>
          </a:prstGeom>
          <a:ln w="22225" cap="flat" cmpd="sng" algn="ctr">
            <a:solidFill>
              <a:srgbClr val="C2700A">
                <a:alpha val="65000"/>
              </a:srgbClr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4" name="Rounded Rectangle 16 stack 1">
            <a:extLst>
              <a:ext uri="{FF2B5EF4-FFF2-40B4-BE49-F238E27FC236}">
                <a16:creationId xmlns:a16="http://schemas.microsoft.com/office/drawing/2014/main" id="{7AF2D134-E9E6-62D3-927C-7A10989FB6E6}"/>
              </a:ext>
            </a:extLst>
          </p:cNvPr>
          <p:cNvSpPr/>
          <p:nvPr/>
        </p:nvSpPr>
        <p:spPr>
          <a:xfrm>
            <a:off x="4483100" y="20701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>
              <a:alpha val="70000"/>
            </a:srgbClr>
          </a:solidFill>
          <a:ln w="12700" cap="flat" cmpd="sng" algn="ctr">
            <a:solidFill>
              <a:srgbClr val="C2700A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195" name="Rounded Rectangle 17 stack 1">
            <a:extLst>
              <a:ext uri="{FF2B5EF4-FFF2-40B4-BE49-F238E27FC236}">
                <a16:creationId xmlns:a16="http://schemas.microsoft.com/office/drawing/2014/main" id="{DC81FC58-33AE-360E-3AF7-EB5B9F87969F}"/>
              </a:ext>
            </a:extLst>
          </p:cNvPr>
          <p:cNvSpPr/>
          <p:nvPr/>
        </p:nvSpPr>
        <p:spPr>
          <a:xfrm>
            <a:off x="3700780" y="20701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>
              <a:alpha val="70000"/>
            </a:srgbClr>
          </a:solidFill>
          <a:ln w="12700" cap="flat" cmpd="sng" algn="ctr">
            <a:solidFill>
              <a:srgbClr val="C2700A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196" name="Rounded Rectangle 32 stack 1">
            <a:extLst>
              <a:ext uri="{FF2B5EF4-FFF2-40B4-BE49-F238E27FC236}">
                <a16:creationId xmlns:a16="http://schemas.microsoft.com/office/drawing/2014/main" id="{0AA21423-0B19-075C-7F2B-980EE26A9AD9}"/>
              </a:ext>
            </a:extLst>
          </p:cNvPr>
          <p:cNvSpPr/>
          <p:nvPr/>
        </p:nvSpPr>
        <p:spPr>
          <a:xfrm>
            <a:off x="6367780" y="20701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>
              <a:alpha val="70000"/>
            </a:srgbClr>
          </a:solidFill>
          <a:ln w="12700" cap="flat" cmpd="sng" algn="ctr">
            <a:solidFill>
              <a:srgbClr val="C2700A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197" name="Rounded Rectangle 33 stack 1">
            <a:extLst>
              <a:ext uri="{FF2B5EF4-FFF2-40B4-BE49-F238E27FC236}">
                <a16:creationId xmlns:a16="http://schemas.microsoft.com/office/drawing/2014/main" id="{906199BD-5141-E1E1-2B33-2A9414E55F67}"/>
              </a:ext>
            </a:extLst>
          </p:cNvPr>
          <p:cNvSpPr/>
          <p:nvPr/>
        </p:nvSpPr>
        <p:spPr>
          <a:xfrm>
            <a:off x="7327900" y="2070100"/>
            <a:ext cx="533400" cy="215900"/>
          </a:xfrm>
          <a:prstGeom prst="roundRect">
            <a:avLst>
              <a:gd name="adj" fmla="val 50000"/>
            </a:avLst>
          </a:prstGeom>
          <a:solidFill>
            <a:srgbClr val="FFFFFF">
              <a:alpha val="70000"/>
            </a:srgbClr>
          </a:solidFill>
          <a:ln w="12700" cap="flat" cmpd="sng" algn="ctr">
            <a:solidFill>
              <a:srgbClr val="C2700A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cxnSp>
        <p:nvCxnSpPr>
          <p:cNvPr id="198" name="wire verack stack 1">
            <a:extLst>
              <a:ext uri="{FF2B5EF4-FFF2-40B4-BE49-F238E27FC236}">
                <a16:creationId xmlns:a16="http://schemas.microsoft.com/office/drawing/2014/main" id="{1737C3DC-949A-62ED-0FDF-AA18E9500329}"/>
              </a:ext>
            </a:extLst>
          </p:cNvPr>
          <p:cNvCxnSpPr/>
          <p:nvPr/>
        </p:nvCxnSpPr>
        <p:spPr>
          <a:xfrm>
            <a:off x="1562100" y="1828800"/>
            <a:ext cx="0" cy="1371600"/>
          </a:xfrm>
          <a:prstGeom prst="line">
            <a:avLst/>
          </a:prstGeom>
          <a:ln w="22225" cap="flat" cmpd="sng" algn="ctr">
            <a:solidFill>
              <a:srgbClr val="C2700A">
                <a:alpha val="65000"/>
              </a:srgbClr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pill verack stack 1">
            <a:extLst>
              <a:ext uri="{FF2B5EF4-FFF2-40B4-BE49-F238E27FC236}">
                <a16:creationId xmlns:a16="http://schemas.microsoft.com/office/drawing/2014/main" id="{A4E48B1A-1180-8D11-ACFD-D67DE8E4ABE1}"/>
              </a:ext>
            </a:extLst>
          </p:cNvPr>
          <p:cNvSpPr/>
          <p:nvPr/>
        </p:nvSpPr>
        <p:spPr>
          <a:xfrm>
            <a:off x="1259840" y="2070100"/>
            <a:ext cx="604520" cy="215900"/>
          </a:xfrm>
          <a:prstGeom prst="roundRect">
            <a:avLst>
              <a:gd name="adj" fmla="val 50000"/>
            </a:avLst>
          </a:prstGeom>
          <a:solidFill>
            <a:srgbClr val="FFFFFF">
              <a:alpha val="70000"/>
            </a:srgbClr>
          </a:solidFill>
          <a:ln w="12700" cap="flat" cmpd="sng" algn="ctr">
            <a:solidFill>
              <a:srgbClr val="C2700A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cxnSp>
        <p:nvCxnSpPr>
          <p:cNvPr id="200" name="wire getheaders VerAck stack 1">
            <a:extLst>
              <a:ext uri="{FF2B5EF4-FFF2-40B4-BE49-F238E27FC236}">
                <a16:creationId xmlns:a16="http://schemas.microsoft.com/office/drawing/2014/main" id="{C8BA5599-64D9-CA84-935F-4A351BCE56FF}"/>
              </a:ext>
            </a:extLst>
          </p:cNvPr>
          <p:cNvCxnSpPr/>
          <p:nvPr/>
        </p:nvCxnSpPr>
        <p:spPr>
          <a:xfrm flipV="1">
            <a:off x="2451100" y="1828800"/>
            <a:ext cx="0" cy="1371600"/>
          </a:xfrm>
          <a:prstGeom prst="line">
            <a:avLst/>
          </a:prstGeom>
          <a:ln w="22225" cap="flat" cmpd="sng" algn="ctr">
            <a:solidFill>
              <a:srgbClr val="C2700A">
                <a:alpha val="65000"/>
              </a:srgbClr>
            </a:solidFill>
            <a:prstDash val="solid"/>
            <a:miter lim="800000"/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pill getheaders VerAck stack 1">
            <a:extLst>
              <a:ext uri="{FF2B5EF4-FFF2-40B4-BE49-F238E27FC236}">
                <a16:creationId xmlns:a16="http://schemas.microsoft.com/office/drawing/2014/main" id="{73D6D53F-52A3-9C4D-1B98-05D9749A6824}"/>
              </a:ext>
            </a:extLst>
          </p:cNvPr>
          <p:cNvSpPr/>
          <p:nvPr/>
        </p:nvSpPr>
        <p:spPr>
          <a:xfrm>
            <a:off x="2006600" y="20701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>
              <a:alpha val="70000"/>
            </a:srgbClr>
          </a:solidFill>
          <a:ln w="12700" cap="flat" cmpd="sng" algn="ctr">
            <a:solidFill>
              <a:srgbClr val="C2700A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202" name="badge 1 verack stack 1">
            <a:extLst>
              <a:ext uri="{FF2B5EF4-FFF2-40B4-BE49-F238E27FC236}">
                <a16:creationId xmlns:a16="http://schemas.microsoft.com/office/drawing/2014/main" id="{071653E3-68C5-B54F-EFC4-F97212423316}"/>
              </a:ext>
            </a:extLst>
          </p:cNvPr>
          <p:cNvSpPr/>
          <p:nvPr/>
        </p:nvSpPr>
        <p:spPr>
          <a:xfrm>
            <a:off x="1479550" y="2368550"/>
            <a:ext cx="165100" cy="165100"/>
          </a:xfrm>
          <a:prstGeom prst="ellipse">
            <a:avLst/>
          </a:prstGeom>
          <a:solidFill>
            <a:srgbClr val="C2700A">
              <a:alpha val="70000"/>
            </a:srgbClr>
          </a:solidFill>
          <a:ln w="9525" cap="flat" cmpd="sng" algn="ctr">
            <a:solidFill>
              <a:srgbClr val="FFFFF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203" name="badge 2 getheaders VerAck stack 1">
            <a:extLst>
              <a:ext uri="{FF2B5EF4-FFF2-40B4-BE49-F238E27FC236}">
                <a16:creationId xmlns:a16="http://schemas.microsoft.com/office/drawing/2014/main" id="{C06768D5-BB62-4F7F-07AA-9E6086998C21}"/>
              </a:ext>
            </a:extLst>
          </p:cNvPr>
          <p:cNvSpPr/>
          <p:nvPr/>
        </p:nvSpPr>
        <p:spPr>
          <a:xfrm>
            <a:off x="2368550" y="2368550"/>
            <a:ext cx="165100" cy="165100"/>
          </a:xfrm>
          <a:prstGeom prst="ellipse">
            <a:avLst/>
          </a:prstGeom>
          <a:solidFill>
            <a:srgbClr val="C2700A">
              <a:alpha val="70000"/>
            </a:srgbClr>
          </a:solidFill>
          <a:ln w="9525" cap="flat" cmpd="sng" algn="ctr">
            <a:solidFill>
              <a:srgbClr val="FFFFF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204" name="badge 3 headers stack 1">
            <a:extLst>
              <a:ext uri="{FF2B5EF4-FFF2-40B4-BE49-F238E27FC236}">
                <a16:creationId xmlns:a16="http://schemas.microsoft.com/office/drawing/2014/main" id="{FDDE3125-6BA1-AFB4-AF5C-08ED25CCDBF3}"/>
              </a:ext>
            </a:extLst>
          </p:cNvPr>
          <p:cNvSpPr/>
          <p:nvPr/>
        </p:nvSpPr>
        <p:spPr>
          <a:xfrm>
            <a:off x="3956050" y="2368550"/>
            <a:ext cx="165100" cy="165100"/>
          </a:xfrm>
          <a:prstGeom prst="ellipse">
            <a:avLst/>
          </a:prstGeom>
          <a:solidFill>
            <a:srgbClr val="C2700A">
              <a:alpha val="70000"/>
            </a:srgbClr>
          </a:solidFill>
          <a:ln w="9525" cap="flat" cmpd="sng" algn="ctr">
            <a:solidFill>
              <a:srgbClr val="FFFFF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205" name="badge 4 getheaders stack 1">
            <a:extLst>
              <a:ext uri="{FF2B5EF4-FFF2-40B4-BE49-F238E27FC236}">
                <a16:creationId xmlns:a16="http://schemas.microsoft.com/office/drawing/2014/main" id="{7F6BE0E4-A92E-1C1A-FA14-5DD7B2EB0600}"/>
              </a:ext>
            </a:extLst>
          </p:cNvPr>
          <p:cNvSpPr/>
          <p:nvPr/>
        </p:nvSpPr>
        <p:spPr>
          <a:xfrm>
            <a:off x="4845050" y="2368550"/>
            <a:ext cx="165100" cy="165100"/>
          </a:xfrm>
          <a:prstGeom prst="ellipse">
            <a:avLst/>
          </a:prstGeom>
          <a:solidFill>
            <a:srgbClr val="C2700A">
              <a:alpha val="70000"/>
            </a:srgbClr>
          </a:solidFill>
          <a:ln w="9525" cap="flat" cmpd="sng" algn="ctr">
            <a:solidFill>
              <a:srgbClr val="FFFFF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206" name="badge 5 getdata stack 1">
            <a:extLst>
              <a:ext uri="{FF2B5EF4-FFF2-40B4-BE49-F238E27FC236}">
                <a16:creationId xmlns:a16="http://schemas.microsoft.com/office/drawing/2014/main" id="{10085600-8722-3D26-BC3B-1353678C0DE1}"/>
              </a:ext>
            </a:extLst>
          </p:cNvPr>
          <p:cNvSpPr/>
          <p:nvPr/>
        </p:nvSpPr>
        <p:spPr>
          <a:xfrm>
            <a:off x="6623050" y="2368550"/>
            <a:ext cx="165100" cy="165100"/>
          </a:xfrm>
          <a:prstGeom prst="ellipse">
            <a:avLst/>
          </a:prstGeom>
          <a:solidFill>
            <a:srgbClr val="C2700A">
              <a:alpha val="70000"/>
            </a:srgbClr>
          </a:solidFill>
          <a:ln w="9525" cap="flat" cmpd="sng" algn="ctr">
            <a:solidFill>
              <a:srgbClr val="FFFFF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207" name="badge 6 block stack 1">
            <a:extLst>
              <a:ext uri="{FF2B5EF4-FFF2-40B4-BE49-F238E27FC236}">
                <a16:creationId xmlns:a16="http://schemas.microsoft.com/office/drawing/2014/main" id="{3F96D569-ED7C-DA63-756B-A56C8438287B}"/>
              </a:ext>
            </a:extLst>
          </p:cNvPr>
          <p:cNvSpPr/>
          <p:nvPr/>
        </p:nvSpPr>
        <p:spPr>
          <a:xfrm>
            <a:off x="7512050" y="2368550"/>
            <a:ext cx="165100" cy="165100"/>
          </a:xfrm>
          <a:prstGeom prst="ellipse">
            <a:avLst/>
          </a:prstGeom>
          <a:solidFill>
            <a:srgbClr val="C2700A">
              <a:alpha val="70000"/>
            </a:srgbClr>
          </a:solidFill>
          <a:ln w="9525" cap="flat" cmpd="sng" algn="ctr">
            <a:solidFill>
              <a:srgbClr val="FFFFF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12" name="Peer">
            <a:extLst>
              <a:ext uri="{FF2B5EF4-FFF2-40B4-BE49-F238E27FC236}">
                <a16:creationId xmlns:a16="http://schemas.microsoft.com/office/drawing/2014/main" id="{B2EB0330-E0EF-BF1D-C03E-1C1B50CA49C7}"/>
              </a:ext>
            </a:extLst>
          </p:cNvPr>
          <p:cNvSpPr/>
          <p:nvPr/>
        </p:nvSpPr>
        <p:spPr>
          <a:xfrm>
            <a:off x="762000" y="2717800"/>
            <a:ext cx="7747000" cy="1143000"/>
          </a:xfrm>
          <a:prstGeom prst="roundRect">
            <a:avLst>
              <a:gd name="adj" fmla="val 9000"/>
            </a:avLst>
          </a:prstGeom>
          <a:solidFill>
            <a:srgbClr val="BFE3DB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3346B7C-FA7F-F532-C7D4-F1A488AD0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pPr algn="r"/>
            <a:r>
              <a:rPr lang="en-US" sz="2600" dirty="0">
                <a:solidFill>
                  <a:srgbClr val="1E293B"/>
                </a:solidFill>
                <a:latin typeface="Segoe UI Semibold" panose="020B0702040204020203" pitchFamily="34" charset="0"/>
              </a:rPr>
              <a:t>Overview Data Flow</a:t>
            </a:r>
          </a:p>
        </p:txBody>
      </p:sp>
      <p:sp>
        <p:nvSpPr>
          <p:cNvPr id="3" name="remote peer">
            <a:extLst>
              <a:ext uri="{FF2B5EF4-FFF2-40B4-BE49-F238E27FC236}">
                <a16:creationId xmlns:a16="http://schemas.microsoft.com/office/drawing/2014/main" id="{F261ACFB-DF3F-E51B-C060-650AD9511357}"/>
              </a:ext>
            </a:extLst>
          </p:cNvPr>
          <p:cNvSpPr/>
          <p:nvPr/>
        </p:nvSpPr>
        <p:spPr>
          <a:xfrm>
            <a:off x="762000" y="1473200"/>
            <a:ext cx="7747000" cy="330200"/>
          </a:xfrm>
          <a:prstGeom prst="roundRect">
            <a:avLst>
              <a:gd name="adj" fmla="val 30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 peer</a:t>
            </a:r>
            <a:endParaRPr lang="en-US" sz="1200" dirty="0">
              <a:solidFill>
                <a:srgbClr val="7A4306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F199D83C-A036-37C8-9B4E-488D10A6CB64}"/>
              </a:ext>
            </a:extLst>
          </p:cNvPr>
          <p:cNvSpPr/>
          <p:nvPr/>
        </p:nvSpPr>
        <p:spPr>
          <a:xfrm>
            <a:off x="3686175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Segoe UI Semibold" panose="020B0702040204020203" pitchFamily="34" charset="0"/>
              </a:rPr>
              <a:t>2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2A37838-462E-2C52-D776-8BAA6268AF73}"/>
              </a:ext>
            </a:extLst>
          </p:cNvPr>
          <p:cNvSpPr txBox="1"/>
          <p:nvPr/>
        </p:nvSpPr>
        <p:spPr>
          <a:xfrm>
            <a:off x="4092575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1E293B"/>
                </a:solidFill>
                <a:latin typeface="Segoe UI Semibold" panose="020B0702040204020203" pitchFamily="34" charset="0"/>
              </a:rPr>
              <a:t>Header sync</a:t>
            </a:r>
            <a:endParaRPr lang="en-US" sz="15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53ED03F-C909-A1EC-E770-C27CB40B04FA}"/>
              </a:ext>
            </a:extLst>
          </p:cNvPr>
          <p:cNvSpPr/>
          <p:nvPr/>
        </p:nvSpPr>
        <p:spPr>
          <a:xfrm>
            <a:off x="6241701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Segoe UI Semibold" panose="020B0702040204020203" pitchFamily="34" charset="0"/>
              </a:rPr>
              <a:t>3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CC4989A-9F4F-6570-5965-C7D6CFE8B556}"/>
              </a:ext>
            </a:extLst>
          </p:cNvPr>
          <p:cNvSpPr txBox="1"/>
          <p:nvPr/>
        </p:nvSpPr>
        <p:spPr>
          <a:xfrm>
            <a:off x="6648101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1E293B"/>
                </a:solidFill>
                <a:latin typeface="Segoe UI Semibold" panose="020B0702040204020203" pitchFamily="34" charset="0"/>
              </a:rPr>
              <a:t>Block sync</a:t>
            </a:r>
            <a:endParaRPr lang="en-US" sz="15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10" name="HeadersMessage.Run">
            <a:extLst>
              <a:ext uri="{FF2B5EF4-FFF2-40B4-BE49-F238E27FC236}">
                <a16:creationId xmlns:a16="http://schemas.microsoft.com/office/drawing/2014/main" id="{C4D6C05F-C356-88C6-57A7-B06333E320B6}"/>
              </a:ext>
            </a:extLst>
          </p:cNvPr>
          <p:cNvSpPr/>
          <p:nvPr/>
        </p:nvSpPr>
        <p:spPr>
          <a:xfrm>
            <a:off x="3302000" y="3175000"/>
            <a:ext cx="2286000" cy="584200"/>
          </a:xfrm>
          <a:prstGeom prst="roundRect">
            <a:avLst>
              <a:gd name="adj" fmla="val 14000"/>
            </a:avLst>
          </a:prstGeom>
          <a:solidFill>
            <a:srgbClr val="8FCCB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HeadersMessage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Inserts received headers, requests more.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5CB0C3-2AC3-F031-FADD-9E15A006A961}"/>
              </a:ext>
            </a:extLst>
          </p:cNvPr>
          <p:cNvCxnSpPr/>
          <p:nvPr/>
        </p:nvCxnSpPr>
        <p:spPr>
          <a:xfrm flipV="1">
            <a:off x="4889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C7E0B11-FE74-E337-F13D-CADFAFBF3C59}"/>
              </a:ext>
            </a:extLst>
          </p:cNvPr>
          <p:cNvCxnSpPr/>
          <p:nvPr/>
        </p:nvCxnSpPr>
        <p:spPr>
          <a:xfrm>
            <a:off x="4000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BlockMessage.Run">
            <a:extLst>
              <a:ext uri="{FF2B5EF4-FFF2-40B4-BE49-F238E27FC236}">
                <a16:creationId xmlns:a16="http://schemas.microsoft.com/office/drawing/2014/main" id="{62E6A9B6-D8CB-A1BF-A832-78409CED2C04}"/>
              </a:ext>
            </a:extLst>
          </p:cNvPr>
          <p:cNvSpPr/>
          <p:nvPr/>
        </p:nvSpPr>
        <p:spPr>
          <a:xfrm>
            <a:off x="5969000" y="3175000"/>
            <a:ext cx="2286000" cy="584200"/>
          </a:xfrm>
          <a:prstGeom prst="roundRect">
            <a:avLst>
              <a:gd name="adj" fmla="val 14000"/>
            </a:avLst>
          </a:prstGeom>
          <a:solidFill>
            <a:srgbClr val="8FCCB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BlockMessage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Inserts received block, requests next.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2A3E49B9-2979-CC93-EB86-EE7C861AB566}"/>
              </a:ext>
            </a:extLst>
          </p:cNvPr>
          <p:cNvCxnSpPr/>
          <p:nvPr/>
        </p:nvCxnSpPr>
        <p:spPr>
          <a:xfrm flipV="1">
            <a:off x="6667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5A9D5BC9-390D-CE97-CE01-38ED74659D71}"/>
              </a:ext>
            </a:extLst>
          </p:cNvPr>
          <p:cNvCxnSpPr/>
          <p:nvPr/>
        </p:nvCxnSpPr>
        <p:spPr>
          <a:xfrm>
            <a:off x="7556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label Blockchain">
            <a:extLst>
              <a:ext uri="{FF2B5EF4-FFF2-40B4-BE49-F238E27FC236}">
                <a16:creationId xmlns:a16="http://schemas.microsoft.com/office/drawing/2014/main" id="{008464C5-294D-3A2A-0E71-311199AC6980}"/>
              </a:ext>
            </a:extLst>
          </p:cNvPr>
          <p:cNvSpPr txBox="1"/>
          <p:nvPr/>
        </p:nvSpPr>
        <p:spPr>
          <a:xfrm>
            <a:off x="8970329" y="4318000"/>
            <a:ext cx="2540000" cy="3077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100" dirty="0">
                <a:solidFill>
                  <a:srgbClr val="3B1E7A"/>
                </a:solidFill>
                <a:latin typeface="Segoe UI Semibold" panose="020B0702040204020203" pitchFamily="34" charset="0"/>
              </a:rPr>
              <a:t>Blockchain</a:t>
            </a:r>
          </a:p>
          <a:p>
            <a:pPr algn="ctr"/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guarded access to the chain</a:t>
            </a:r>
          </a:p>
        </p:txBody>
      </p:sp>
      <p:sp>
        <p:nvSpPr>
          <p:cNvPr id="51" name="label Branch">
            <a:extLst>
              <a:ext uri="{FF2B5EF4-FFF2-40B4-BE49-F238E27FC236}">
                <a16:creationId xmlns:a16="http://schemas.microsoft.com/office/drawing/2014/main" id="{30AC199F-2A83-1FE7-CB14-E4BB1C978436}"/>
              </a:ext>
            </a:extLst>
          </p:cNvPr>
          <p:cNvSpPr txBox="1"/>
          <p:nvPr/>
        </p:nvSpPr>
        <p:spPr>
          <a:xfrm>
            <a:off x="938323" y="4584412"/>
            <a:ext cx="801501" cy="2923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000" dirty="0">
                <a:solidFill>
                  <a:srgbClr val="3B1E7A"/>
                </a:solidFill>
                <a:latin typeface="Segoe UI Semibold" panose="020B0702040204020203" pitchFamily="34" charset="0"/>
              </a:rPr>
              <a:t>Chain</a:t>
            </a:r>
          </a:p>
          <a:p>
            <a:pPr algn="ctr"/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header tree root</a:t>
            </a:r>
          </a:p>
        </p:txBody>
      </p:sp>
      <p:sp>
        <p:nvSpPr>
          <p:cNvPr id="14" name="label Network">
            <a:extLst>
              <a:ext uri="{FF2B5EF4-FFF2-40B4-BE49-F238E27FC236}">
                <a16:creationId xmlns:a16="http://schemas.microsoft.com/office/drawing/2014/main" id="{D4EBC86D-9B6E-775B-E64F-B407089A7717}"/>
              </a:ext>
            </a:extLst>
          </p:cNvPr>
          <p:cNvSpPr txBox="1"/>
          <p:nvPr/>
        </p:nvSpPr>
        <p:spPr>
          <a:xfrm>
            <a:off x="9152511" y="2628900"/>
            <a:ext cx="2014975" cy="3077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100" dirty="0">
                <a:solidFill>
                  <a:srgbClr val="134E4A"/>
                </a:solidFill>
                <a:latin typeface="Segoe UI Semibold" panose="020B0702040204020203" pitchFamily="34" charset="0"/>
              </a:rPr>
              <a:t>Network</a:t>
            </a:r>
          </a:p>
          <a:p>
            <a:pPr algn="ctr"/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manages peers, controls synchronization</a:t>
            </a:r>
          </a:p>
        </p:txBody>
      </p:sp>
      <p:sp>
        <p:nvSpPr>
          <p:cNvPr id="20" name="label Peer">
            <a:extLst>
              <a:ext uri="{FF2B5EF4-FFF2-40B4-BE49-F238E27FC236}">
                <a16:creationId xmlns:a16="http://schemas.microsoft.com/office/drawing/2014/main" id="{CDCDEEA6-7B77-2640-B79D-C81490F0878D}"/>
              </a:ext>
            </a:extLst>
          </p:cNvPr>
          <p:cNvSpPr txBox="1"/>
          <p:nvPr/>
        </p:nvSpPr>
        <p:spPr>
          <a:xfrm>
            <a:off x="5018676" y="2755900"/>
            <a:ext cx="1519647" cy="2923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000" dirty="0">
                <a:solidFill>
                  <a:srgbClr val="134E4A"/>
                </a:solidFill>
                <a:latin typeface="Segoe UI Semibold" panose="020B0702040204020203" pitchFamily="34" charset="0"/>
              </a:rPr>
              <a:t>Peer</a:t>
            </a:r>
          </a:p>
          <a:p>
            <a:pPr algn="ctr"/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connection to one remote peer</a:t>
            </a: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530BA213-C2A8-79AB-10DA-2A1A217ED1E1}"/>
              </a:ext>
            </a:extLst>
          </p:cNvPr>
          <p:cNvSpPr/>
          <p:nvPr/>
        </p:nvSpPr>
        <p:spPr>
          <a:xfrm>
            <a:off x="4445000" y="20447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9D28A476-447F-E467-3D71-E9E460008A07}"/>
              </a:ext>
            </a:extLst>
          </p:cNvPr>
          <p:cNvSpPr/>
          <p:nvPr/>
        </p:nvSpPr>
        <p:spPr>
          <a:xfrm>
            <a:off x="3662680" y="20447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headers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EA7C5817-9382-4BE1-180A-8178DF39DD61}"/>
              </a:ext>
            </a:extLst>
          </p:cNvPr>
          <p:cNvSpPr/>
          <p:nvPr/>
        </p:nvSpPr>
        <p:spPr>
          <a:xfrm>
            <a:off x="6329680" y="20447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getdata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7016D15B-3BB4-263B-C66D-C77F0BD8DE9D}"/>
              </a:ext>
            </a:extLst>
          </p:cNvPr>
          <p:cNvSpPr/>
          <p:nvPr/>
        </p:nvSpPr>
        <p:spPr>
          <a:xfrm>
            <a:off x="7289800" y="2044700"/>
            <a:ext cx="5334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block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29" name="VerAckMessage">
            <a:extLst>
              <a:ext uri="{FF2B5EF4-FFF2-40B4-BE49-F238E27FC236}">
                <a16:creationId xmlns:a16="http://schemas.microsoft.com/office/drawing/2014/main" id="{5CFCB765-6846-92AE-5D36-2EC2368D82A9}"/>
              </a:ext>
            </a:extLst>
          </p:cNvPr>
          <p:cNvSpPr/>
          <p:nvPr/>
        </p:nvSpPr>
        <p:spPr>
          <a:xfrm>
            <a:off x="1016000" y="3175000"/>
            <a:ext cx="1905000" cy="584200"/>
          </a:xfrm>
          <a:prstGeom prst="roundRect">
            <a:avLst>
              <a:gd name="adj" fmla="val 14000"/>
            </a:avLst>
          </a:prstGeom>
          <a:solidFill>
            <a:srgbClr val="8FCCB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VerAckMessage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Handshake done, starts sync.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30" name="wire verack">
            <a:extLst>
              <a:ext uri="{FF2B5EF4-FFF2-40B4-BE49-F238E27FC236}">
                <a16:creationId xmlns:a16="http://schemas.microsoft.com/office/drawing/2014/main" id="{86D5CE5F-AC3F-B58D-8460-AF02BF9CF94C}"/>
              </a:ext>
            </a:extLst>
          </p:cNvPr>
          <p:cNvCxnSpPr/>
          <p:nvPr/>
        </p:nvCxnSpPr>
        <p:spPr>
          <a:xfrm>
            <a:off x="15240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pill verack">
            <a:extLst>
              <a:ext uri="{FF2B5EF4-FFF2-40B4-BE49-F238E27FC236}">
                <a16:creationId xmlns:a16="http://schemas.microsoft.com/office/drawing/2014/main" id="{2B6A6F4D-2856-62DF-BE91-ECAD1861F476}"/>
              </a:ext>
            </a:extLst>
          </p:cNvPr>
          <p:cNvSpPr/>
          <p:nvPr/>
        </p:nvSpPr>
        <p:spPr>
          <a:xfrm>
            <a:off x="1221740" y="2044700"/>
            <a:ext cx="60452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verack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cxnSp>
        <p:nvCxnSpPr>
          <p:cNvPr id="62" name="wire getheaders VerAck">
            <a:extLst>
              <a:ext uri="{FF2B5EF4-FFF2-40B4-BE49-F238E27FC236}">
                <a16:creationId xmlns:a16="http://schemas.microsoft.com/office/drawing/2014/main" id="{CFA48C39-D077-02D2-B7F3-926437A52168}"/>
              </a:ext>
            </a:extLst>
          </p:cNvPr>
          <p:cNvCxnSpPr/>
          <p:nvPr/>
        </p:nvCxnSpPr>
        <p:spPr>
          <a:xfrm flipV="1">
            <a:off x="24130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pill getheaders VerAck">
            <a:extLst>
              <a:ext uri="{FF2B5EF4-FFF2-40B4-BE49-F238E27FC236}">
                <a16:creationId xmlns:a16="http://schemas.microsoft.com/office/drawing/2014/main" id="{E6DE07D1-970E-4FD3-3CE4-C923D41D2E39}"/>
              </a:ext>
            </a:extLst>
          </p:cNvPr>
          <p:cNvSpPr/>
          <p:nvPr/>
        </p:nvSpPr>
        <p:spPr>
          <a:xfrm>
            <a:off x="1968500" y="20447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64" name="heading Handshake number">
            <a:extLst>
              <a:ext uri="{FF2B5EF4-FFF2-40B4-BE49-F238E27FC236}">
                <a16:creationId xmlns:a16="http://schemas.microsoft.com/office/drawing/2014/main" id="{78F7328F-0BC1-58FB-B9A1-EB8191B6A3E2}"/>
              </a:ext>
            </a:extLst>
          </p:cNvPr>
          <p:cNvSpPr/>
          <p:nvPr/>
        </p:nvSpPr>
        <p:spPr>
          <a:xfrm>
            <a:off x="1260570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Segoe UI Semibold" panose="020B0702040204020203" pitchFamily="34" charset="0"/>
              </a:rPr>
              <a:t>1</a:t>
            </a:r>
          </a:p>
        </p:txBody>
      </p:sp>
      <p:sp>
        <p:nvSpPr>
          <p:cNvPr id="65" name="heading Handshake">
            <a:extLst>
              <a:ext uri="{FF2B5EF4-FFF2-40B4-BE49-F238E27FC236}">
                <a16:creationId xmlns:a16="http://schemas.microsoft.com/office/drawing/2014/main" id="{56044A4A-977B-7043-6F7D-79A033063F7E}"/>
              </a:ext>
            </a:extLst>
          </p:cNvPr>
          <p:cNvSpPr txBox="1"/>
          <p:nvPr/>
        </p:nvSpPr>
        <p:spPr>
          <a:xfrm>
            <a:off x="1666970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1E293B"/>
                </a:solidFill>
                <a:latin typeface="Segoe UI Semibold" panose="020B0702040204020203" pitchFamily="34" charset="0"/>
              </a:rPr>
              <a:t>Handshake</a:t>
            </a:r>
            <a:endParaRPr lang="en-US" sz="15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6" name="badge 1 verack">
            <a:extLst>
              <a:ext uri="{FF2B5EF4-FFF2-40B4-BE49-F238E27FC236}">
                <a16:creationId xmlns:a16="http://schemas.microsoft.com/office/drawing/2014/main" id="{3EB76EBC-8E85-8BA2-6EB3-7C57E96EAF0E}"/>
              </a:ext>
            </a:extLst>
          </p:cNvPr>
          <p:cNvSpPr/>
          <p:nvPr/>
        </p:nvSpPr>
        <p:spPr>
          <a:xfrm>
            <a:off x="14414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1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7" name="badge 2 getheaders VerAck">
            <a:extLst>
              <a:ext uri="{FF2B5EF4-FFF2-40B4-BE49-F238E27FC236}">
                <a16:creationId xmlns:a16="http://schemas.microsoft.com/office/drawing/2014/main" id="{CEF0E140-A60D-8967-746C-E18319720E68}"/>
              </a:ext>
            </a:extLst>
          </p:cNvPr>
          <p:cNvSpPr/>
          <p:nvPr/>
        </p:nvSpPr>
        <p:spPr>
          <a:xfrm>
            <a:off x="23304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2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8" name="badge 3 headers">
            <a:extLst>
              <a:ext uri="{FF2B5EF4-FFF2-40B4-BE49-F238E27FC236}">
                <a16:creationId xmlns:a16="http://schemas.microsoft.com/office/drawing/2014/main" id="{74A4E0BF-C596-BACE-31A0-1ACE13BCB076}"/>
              </a:ext>
            </a:extLst>
          </p:cNvPr>
          <p:cNvSpPr/>
          <p:nvPr/>
        </p:nvSpPr>
        <p:spPr>
          <a:xfrm>
            <a:off x="3917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3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9" name="badge 4 getheaders">
            <a:extLst>
              <a:ext uri="{FF2B5EF4-FFF2-40B4-BE49-F238E27FC236}">
                <a16:creationId xmlns:a16="http://schemas.microsoft.com/office/drawing/2014/main" id="{D402FE35-1B62-D06D-47B7-637D9691371A}"/>
              </a:ext>
            </a:extLst>
          </p:cNvPr>
          <p:cNvSpPr/>
          <p:nvPr/>
        </p:nvSpPr>
        <p:spPr>
          <a:xfrm>
            <a:off x="4806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4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70" name="badge 5 getdata">
            <a:extLst>
              <a:ext uri="{FF2B5EF4-FFF2-40B4-BE49-F238E27FC236}">
                <a16:creationId xmlns:a16="http://schemas.microsoft.com/office/drawing/2014/main" id="{0D620078-D42A-913D-6981-539FC9581EDF}"/>
              </a:ext>
            </a:extLst>
          </p:cNvPr>
          <p:cNvSpPr/>
          <p:nvPr/>
        </p:nvSpPr>
        <p:spPr>
          <a:xfrm>
            <a:off x="6584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5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71" name="badge 6 block">
            <a:extLst>
              <a:ext uri="{FF2B5EF4-FFF2-40B4-BE49-F238E27FC236}">
                <a16:creationId xmlns:a16="http://schemas.microsoft.com/office/drawing/2014/main" id="{A7EB4B7B-0D43-9A84-01E9-C293F0B36EBD}"/>
              </a:ext>
            </a:extLst>
          </p:cNvPr>
          <p:cNvSpPr/>
          <p:nvPr/>
        </p:nvSpPr>
        <p:spPr>
          <a:xfrm>
            <a:off x="7473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6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72" name="loop headers">
            <a:extLst>
              <a:ext uri="{FF2B5EF4-FFF2-40B4-BE49-F238E27FC236}">
                <a16:creationId xmlns:a16="http://schemas.microsoft.com/office/drawing/2014/main" id="{F15B8C41-F32D-3C14-211A-130FF50B6541}"/>
              </a:ext>
            </a:extLst>
          </p:cNvPr>
          <p:cNvSpPr txBox="1"/>
          <p:nvPr/>
        </p:nvSpPr>
        <p:spPr>
          <a:xfrm>
            <a:off x="4347216" y="2287201"/>
            <a:ext cx="195566" cy="276999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b="1">
                <a:solidFill>
                  <a:srgbClr val="C2700A"/>
                </a:solidFill>
                <a:latin typeface="Segoe UI Symbol" panose="020B0502040204020203" pitchFamily="34" charset="0"/>
              </a:rPr>
              <a:t>↻</a:t>
            </a:r>
            <a:endParaRPr lang="en-US" b="1" dirty="0">
              <a:solidFill>
                <a:srgbClr val="C2700A"/>
              </a:solidFill>
              <a:latin typeface="Segoe UI Symbol" panose="020B0502040204020203" pitchFamily="34" charset="0"/>
            </a:endParaRPr>
          </a:p>
        </p:txBody>
      </p:sp>
      <p:sp>
        <p:nvSpPr>
          <p:cNvPr id="73" name="loop blocks">
            <a:extLst>
              <a:ext uri="{FF2B5EF4-FFF2-40B4-BE49-F238E27FC236}">
                <a16:creationId xmlns:a16="http://schemas.microsoft.com/office/drawing/2014/main" id="{6FFBE7D9-991E-356C-7CE3-1ED5E5BE1FE4}"/>
              </a:ext>
            </a:extLst>
          </p:cNvPr>
          <p:cNvSpPr txBox="1"/>
          <p:nvPr/>
        </p:nvSpPr>
        <p:spPr>
          <a:xfrm>
            <a:off x="7014217" y="2287201"/>
            <a:ext cx="195566" cy="276999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b="1">
                <a:solidFill>
                  <a:srgbClr val="C2700A"/>
                </a:solidFill>
                <a:latin typeface="Segoe UI Symbol" panose="020B0502040204020203" pitchFamily="34" charset="0"/>
              </a:rPr>
              <a:t>↻</a:t>
            </a:r>
            <a:endParaRPr lang="en-US" b="1" dirty="0">
              <a:solidFill>
                <a:srgbClr val="C2700A"/>
              </a:solidFill>
              <a:latin typeface="Segoe UI Symbol" panose="020B0502040204020203" pitchFamily="34" charset="0"/>
            </a:endParaRPr>
          </a:p>
        </p:txBody>
      </p:sp>
      <p:sp>
        <p:nvSpPr>
          <p:cNvPr id="95" name="Branch.Blocks">
            <a:extLst>
              <a:ext uri="{FF2B5EF4-FFF2-40B4-BE49-F238E27FC236}">
                <a16:creationId xmlns:a16="http://schemas.microsoft.com/office/drawing/2014/main" id="{161A8BBB-61B6-5688-AE8A-B4D2D2927EB2}"/>
              </a:ext>
            </a:extLst>
          </p:cNvPr>
          <p:cNvSpPr/>
          <p:nvPr/>
        </p:nvSpPr>
        <p:spPr>
          <a:xfrm>
            <a:off x="6413500" y="5143500"/>
            <a:ext cx="1397000" cy="254000"/>
          </a:xfrm>
          <a:prstGeom prst="rect">
            <a:avLst/>
          </a:prstGeom>
          <a:solidFill>
            <a:srgbClr val="F5F2FD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3B1E7A"/>
                </a:solidFill>
                <a:latin typeface="Consolas" panose="020B0609020204030204" pitchFamily="49" charset="0"/>
              </a:rPr>
              <a:t>Blocks</a:t>
            </a:r>
          </a:p>
        </p:txBody>
      </p:sp>
      <p:sp>
        <p:nvSpPr>
          <p:cNvPr id="96" name="Blockchain.DatabaseHeaderCollection">
            <a:extLst>
              <a:ext uri="{FF2B5EF4-FFF2-40B4-BE49-F238E27FC236}">
                <a16:creationId xmlns:a16="http://schemas.microsoft.com/office/drawing/2014/main" id="{9AE530A6-10A1-8504-AD6E-2698CCA5C971}"/>
              </a:ext>
            </a:extLst>
          </p:cNvPr>
          <p:cNvSpPr/>
          <p:nvPr/>
        </p:nvSpPr>
        <p:spPr>
          <a:xfrm>
            <a:off x="9372600" y="4762500"/>
            <a:ext cx="1574800" cy="254000"/>
          </a:xfrm>
          <a:prstGeom prst="rect">
            <a:avLst/>
          </a:prstGeom>
          <a:solidFill>
            <a:srgbClr val="F5F2FD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3B1E7A"/>
                </a:solidFill>
                <a:latin typeface="Consolas" panose="020B0609020204030204" pitchFamily="49" charset="0"/>
              </a:rPr>
              <a:t>DatabaseHeaderCollection</a:t>
            </a:r>
          </a:p>
        </p:txBody>
      </p:sp>
      <p:sp>
        <p:nvSpPr>
          <p:cNvPr id="97" name="Blockchain.DatabaseBlockCollection">
            <a:extLst>
              <a:ext uri="{FF2B5EF4-FFF2-40B4-BE49-F238E27FC236}">
                <a16:creationId xmlns:a16="http://schemas.microsoft.com/office/drawing/2014/main" id="{BCE7A432-3A88-13D9-3935-3473AA2B521F}"/>
              </a:ext>
            </a:extLst>
          </p:cNvPr>
          <p:cNvSpPr/>
          <p:nvPr/>
        </p:nvSpPr>
        <p:spPr>
          <a:xfrm>
            <a:off x="9372600" y="5092700"/>
            <a:ext cx="1574800" cy="254000"/>
          </a:xfrm>
          <a:prstGeom prst="rect">
            <a:avLst/>
          </a:prstGeom>
          <a:solidFill>
            <a:srgbClr val="F5F2FD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3B1E7A"/>
                </a:solidFill>
                <a:latin typeface="Consolas" panose="020B0609020204030204" pitchFamily="49" charset="0"/>
              </a:rPr>
              <a:t>DatabaseBlockCollection</a:t>
            </a:r>
          </a:p>
        </p:txBody>
      </p:sp>
      <p:cxnSp>
        <p:nvCxnSpPr>
          <p:cNvPr id="98" name="data BlockMessage -&gt; Blocks">
            <a:extLst>
              <a:ext uri="{FF2B5EF4-FFF2-40B4-BE49-F238E27FC236}">
                <a16:creationId xmlns:a16="http://schemas.microsoft.com/office/drawing/2014/main" id="{8C848707-F585-2C27-C1BC-F8A0E60A7BFA}"/>
              </a:ext>
            </a:extLst>
          </p:cNvPr>
          <p:cNvCxnSpPr>
            <a:cxnSpLocks/>
            <a:stCxn id="26" idx="2"/>
            <a:endCxn id="95" idx="0"/>
          </p:cNvCxnSpPr>
          <p:nvPr/>
        </p:nvCxnSpPr>
        <p:spPr>
          <a:xfrm>
            <a:off x="7112000" y="3759200"/>
            <a:ext cx="0" cy="1384300"/>
          </a:xfrm>
          <a:prstGeom prst="straightConnector1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data Blocks -&gt; DatabaseHeaderCollection">
            <a:extLst>
              <a:ext uri="{FF2B5EF4-FFF2-40B4-BE49-F238E27FC236}">
                <a16:creationId xmlns:a16="http://schemas.microsoft.com/office/drawing/2014/main" id="{FFDC5CD5-55DC-0569-75CF-74289534E80F}"/>
              </a:ext>
            </a:extLst>
          </p:cNvPr>
          <p:cNvCxnSpPr>
            <a:cxnSpLocks/>
            <a:stCxn id="95" idx="3"/>
            <a:endCxn id="96" idx="1"/>
          </p:cNvCxnSpPr>
          <p:nvPr/>
        </p:nvCxnSpPr>
        <p:spPr>
          <a:xfrm flipV="1">
            <a:off x="7810500" y="4889500"/>
            <a:ext cx="1562100" cy="381000"/>
          </a:xfrm>
          <a:prstGeom prst="bentConnector3">
            <a:avLst>
              <a:gd name="adj1" fmla="val 50000"/>
            </a:avLst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data Blocks -&gt; DatabaseBlockCollection">
            <a:extLst>
              <a:ext uri="{FF2B5EF4-FFF2-40B4-BE49-F238E27FC236}">
                <a16:creationId xmlns:a16="http://schemas.microsoft.com/office/drawing/2014/main" id="{EE452774-39F0-DBB4-BF25-318DC4E4B2EA}"/>
              </a:ext>
            </a:extLst>
          </p:cNvPr>
          <p:cNvCxnSpPr>
            <a:cxnSpLocks/>
            <a:stCxn id="95" idx="3"/>
            <a:endCxn id="97" idx="1"/>
          </p:cNvCxnSpPr>
          <p:nvPr/>
        </p:nvCxnSpPr>
        <p:spPr>
          <a:xfrm flipV="1">
            <a:off x="7810500" y="5219700"/>
            <a:ext cx="1562100" cy="50800"/>
          </a:xfrm>
          <a:prstGeom prst="bentConnector3">
            <a:avLst>
              <a:gd name="adj1" fmla="val 50000"/>
            </a:avLst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oken">
            <a:extLst>
              <a:ext uri="{FF2B5EF4-FFF2-40B4-BE49-F238E27FC236}">
                <a16:creationId xmlns:a16="http://schemas.microsoft.com/office/drawing/2014/main" id="{C0E23E31-36F2-B643-AA80-96D3143676E7}"/>
              </a:ext>
            </a:extLst>
          </p:cNvPr>
          <p:cNvSpPr/>
          <p:nvPr/>
        </p:nvSpPr>
        <p:spPr>
          <a:xfrm>
            <a:off x="9372600" y="5422900"/>
            <a:ext cx="1574800" cy="431800"/>
          </a:xfrm>
          <a:prstGeom prst="roundRect">
            <a:avLst>
              <a:gd name="adj" fmla="val 15000"/>
            </a:avLst>
          </a:prstGeom>
          <a:solidFill>
            <a:srgbClr val="D2C5F4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1000">
                <a:solidFill>
                  <a:srgbClr val="3B1E7A"/>
                </a:solidFill>
                <a:latin typeface="Segoe UI Semibold" panose="020B0702040204020203" pitchFamily="34" charset="0"/>
              </a:rPr>
              <a:t>Token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token rules and state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102" name="data Blocks -&gt; Token">
            <a:extLst>
              <a:ext uri="{FF2B5EF4-FFF2-40B4-BE49-F238E27FC236}">
                <a16:creationId xmlns:a16="http://schemas.microsoft.com/office/drawing/2014/main" id="{909BEDCE-F4A2-5DA3-84D2-24AE56B8EE72}"/>
              </a:ext>
            </a:extLst>
          </p:cNvPr>
          <p:cNvCxnSpPr>
            <a:cxnSpLocks/>
            <a:stCxn id="95" idx="3"/>
            <a:endCxn id="101" idx="1"/>
          </p:cNvCxnSpPr>
          <p:nvPr/>
        </p:nvCxnSpPr>
        <p:spPr>
          <a:xfrm>
            <a:off x="7810500" y="5270500"/>
            <a:ext cx="1562100" cy="368300"/>
          </a:xfrm>
          <a:prstGeom prst="bentConnector3">
            <a:avLst>
              <a:gd name="adj1" fmla="val 50000"/>
            </a:avLst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Branch.HeaderTip">
            <a:extLst>
              <a:ext uri="{FF2B5EF4-FFF2-40B4-BE49-F238E27FC236}">
                <a16:creationId xmlns:a16="http://schemas.microsoft.com/office/drawing/2014/main" id="{1C87B57A-C436-0427-6D5D-76643BFAA630}"/>
              </a:ext>
            </a:extLst>
          </p:cNvPr>
          <p:cNvSpPr/>
          <p:nvPr/>
        </p:nvSpPr>
        <p:spPr>
          <a:xfrm>
            <a:off x="4597400" y="5170225"/>
            <a:ext cx="558800" cy="2032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700" b="1" dirty="0" err="1">
                <a:solidFill>
                  <a:srgbClr val="3B1E7A"/>
                </a:solidFill>
                <a:latin typeface="Consolas" panose="020B0609020204030204" pitchFamily="49" charset="0"/>
              </a:rPr>
              <a:t>HeaderTip</a:t>
            </a:r>
            <a:endParaRPr lang="de-CH" sz="700" b="1" dirty="0">
              <a:solidFill>
                <a:srgbClr val="3B1E7A"/>
              </a:solidFill>
              <a:latin typeface="Consolas" panose="020B0609020204030204" pitchFamily="49" charset="0"/>
            </a:endParaRPr>
          </a:p>
        </p:txBody>
      </p:sp>
      <p:sp>
        <p:nvSpPr>
          <p:cNvPr id="110" name="Branch.HeaderRoot">
            <a:extLst>
              <a:ext uri="{FF2B5EF4-FFF2-40B4-BE49-F238E27FC236}">
                <a16:creationId xmlns:a16="http://schemas.microsoft.com/office/drawing/2014/main" id="{936C41C6-BFFB-D835-0AED-03345070854F}"/>
              </a:ext>
            </a:extLst>
          </p:cNvPr>
          <p:cNvSpPr/>
          <p:nvPr/>
        </p:nvSpPr>
        <p:spPr>
          <a:xfrm>
            <a:off x="787400" y="5170225"/>
            <a:ext cx="558800" cy="2032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700" b="1">
                <a:solidFill>
                  <a:srgbClr val="3B1E7A"/>
                </a:solidFill>
                <a:latin typeface="Consolas" panose="020B0609020204030204" pitchFamily="49" charset="0"/>
              </a:rPr>
              <a:t>HeaderRoot</a:t>
            </a:r>
          </a:p>
        </p:txBody>
      </p:sp>
      <p:sp>
        <p:nvSpPr>
          <p:cNvPr id="111" name="Branch.header chain 2">
            <a:extLst>
              <a:ext uri="{FF2B5EF4-FFF2-40B4-BE49-F238E27FC236}">
                <a16:creationId xmlns:a16="http://schemas.microsoft.com/office/drawing/2014/main" id="{14BFDC19-42D2-32D8-5C32-3EBDC6C320BE}"/>
              </a:ext>
            </a:extLst>
          </p:cNvPr>
          <p:cNvSpPr/>
          <p:nvPr/>
        </p:nvSpPr>
        <p:spPr>
          <a:xfrm>
            <a:off x="1422400" y="5170225"/>
            <a:ext cx="558800" cy="2032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700" b="1">
                <a:solidFill>
                  <a:srgbClr val="3B1E7A"/>
                </a:solidFill>
                <a:latin typeface="Consolas" panose="020B0609020204030204" pitchFamily="49" charset="0"/>
              </a:rPr>
              <a:t>1</a:t>
            </a:r>
          </a:p>
        </p:txBody>
      </p:sp>
      <p:cxnSp>
        <p:nvCxnSpPr>
          <p:cNvPr id="112" name="Branch.header chain link 1">
            <a:extLst>
              <a:ext uri="{FF2B5EF4-FFF2-40B4-BE49-F238E27FC236}">
                <a16:creationId xmlns:a16="http://schemas.microsoft.com/office/drawing/2014/main" id="{34211296-AB01-2E95-67C7-6B49749F6DFC}"/>
              </a:ext>
            </a:extLst>
          </p:cNvPr>
          <p:cNvCxnSpPr>
            <a:cxnSpLocks/>
          </p:cNvCxnSpPr>
          <p:nvPr/>
        </p:nvCxnSpPr>
        <p:spPr>
          <a:xfrm>
            <a:off x="1346200" y="5271825"/>
            <a:ext cx="762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Branch.header chain 3">
            <a:extLst>
              <a:ext uri="{FF2B5EF4-FFF2-40B4-BE49-F238E27FC236}">
                <a16:creationId xmlns:a16="http://schemas.microsoft.com/office/drawing/2014/main" id="{FDD2A0FE-AA31-094F-E434-4ED935404AA6}"/>
              </a:ext>
            </a:extLst>
          </p:cNvPr>
          <p:cNvSpPr/>
          <p:nvPr/>
        </p:nvSpPr>
        <p:spPr>
          <a:xfrm>
            <a:off x="2057400" y="5170225"/>
            <a:ext cx="558800" cy="2032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700" b="1">
                <a:solidFill>
                  <a:srgbClr val="3B1E7A"/>
                </a:solidFill>
                <a:latin typeface="Consolas" panose="020B0609020204030204" pitchFamily="49" charset="0"/>
              </a:rPr>
              <a:t>2</a:t>
            </a:r>
          </a:p>
        </p:txBody>
      </p:sp>
      <p:cxnSp>
        <p:nvCxnSpPr>
          <p:cNvPr id="114" name="Branch.header chain link 2">
            <a:extLst>
              <a:ext uri="{FF2B5EF4-FFF2-40B4-BE49-F238E27FC236}">
                <a16:creationId xmlns:a16="http://schemas.microsoft.com/office/drawing/2014/main" id="{7400F8DD-7F62-2262-0C40-3A003250C12A}"/>
              </a:ext>
            </a:extLst>
          </p:cNvPr>
          <p:cNvCxnSpPr>
            <a:cxnSpLocks/>
          </p:cNvCxnSpPr>
          <p:nvPr/>
        </p:nvCxnSpPr>
        <p:spPr>
          <a:xfrm>
            <a:off x="1981200" y="5271825"/>
            <a:ext cx="762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Branch.header chain 5">
            <a:extLst>
              <a:ext uri="{FF2B5EF4-FFF2-40B4-BE49-F238E27FC236}">
                <a16:creationId xmlns:a16="http://schemas.microsoft.com/office/drawing/2014/main" id="{0E007559-1875-6436-4856-465999500C61}"/>
              </a:ext>
            </a:extLst>
          </p:cNvPr>
          <p:cNvSpPr/>
          <p:nvPr/>
        </p:nvSpPr>
        <p:spPr>
          <a:xfrm>
            <a:off x="3327400" y="5170225"/>
            <a:ext cx="558800" cy="2032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700" b="1">
                <a:solidFill>
                  <a:srgbClr val="3B1E7A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16" name="Branch.header chain link 3">
            <a:extLst>
              <a:ext uri="{FF2B5EF4-FFF2-40B4-BE49-F238E27FC236}">
                <a16:creationId xmlns:a16="http://schemas.microsoft.com/office/drawing/2014/main" id="{C8216F21-0373-D68B-0472-B86676091A64}"/>
              </a:ext>
            </a:extLst>
          </p:cNvPr>
          <p:cNvCxnSpPr>
            <a:cxnSpLocks/>
          </p:cNvCxnSpPr>
          <p:nvPr/>
        </p:nvCxnSpPr>
        <p:spPr>
          <a:xfrm>
            <a:off x="2616200" y="5271825"/>
            <a:ext cx="762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Branch child 1">
            <a:extLst>
              <a:ext uri="{FF2B5EF4-FFF2-40B4-BE49-F238E27FC236}">
                <a16:creationId xmlns:a16="http://schemas.microsoft.com/office/drawing/2014/main" id="{96A7593F-CC2F-E83E-D9CC-44FB85C01AD9}"/>
              </a:ext>
            </a:extLst>
          </p:cNvPr>
          <p:cNvSpPr/>
          <p:nvPr/>
        </p:nvSpPr>
        <p:spPr>
          <a:xfrm>
            <a:off x="1790700" y="5500425"/>
            <a:ext cx="1168400" cy="749300"/>
          </a:xfrm>
          <a:prstGeom prst="roundRect">
            <a:avLst>
              <a:gd name="adj" fmla="val 10169"/>
            </a:avLst>
          </a:prstGeom>
          <a:solidFill>
            <a:srgbClr val="AF98EA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9" name="Branch child 2">
            <a:extLst>
              <a:ext uri="{FF2B5EF4-FFF2-40B4-BE49-F238E27FC236}">
                <a16:creationId xmlns:a16="http://schemas.microsoft.com/office/drawing/2014/main" id="{2CAE123B-2F0C-BEB1-F7DC-A53D24657CC2}"/>
              </a:ext>
            </a:extLst>
          </p:cNvPr>
          <p:cNvSpPr/>
          <p:nvPr/>
        </p:nvSpPr>
        <p:spPr>
          <a:xfrm>
            <a:off x="3695700" y="5500425"/>
            <a:ext cx="1168400" cy="558800"/>
          </a:xfrm>
          <a:prstGeom prst="roundRect">
            <a:avLst>
              <a:gd name="adj" fmla="val 13636"/>
            </a:avLst>
          </a:prstGeom>
          <a:solidFill>
            <a:srgbClr val="AF98EA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2" name="Branch grandchild 1.2">
            <a:extLst>
              <a:ext uri="{FF2B5EF4-FFF2-40B4-BE49-F238E27FC236}">
                <a16:creationId xmlns:a16="http://schemas.microsoft.com/office/drawing/2014/main" id="{C2EB0164-371C-D566-AD32-2A01EC6427B6}"/>
              </a:ext>
            </a:extLst>
          </p:cNvPr>
          <p:cNvSpPr/>
          <p:nvPr/>
        </p:nvSpPr>
        <p:spPr>
          <a:xfrm>
            <a:off x="2006600" y="5881425"/>
            <a:ext cx="647700" cy="292100"/>
          </a:xfrm>
          <a:prstGeom prst="roundRect">
            <a:avLst>
              <a:gd name="adj" fmla="val 17391"/>
            </a:avLst>
          </a:prstGeom>
          <a:solidFill>
            <a:srgbClr val="8C6BE0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4" name="Branch child 1.header 1">
            <a:extLst>
              <a:ext uri="{FF2B5EF4-FFF2-40B4-BE49-F238E27FC236}">
                <a16:creationId xmlns:a16="http://schemas.microsoft.com/office/drawing/2014/main" id="{FCB3E271-1E75-69D9-4458-2D2B7EA7F99F}"/>
              </a:ext>
            </a:extLst>
          </p:cNvPr>
          <p:cNvSpPr/>
          <p:nvPr/>
        </p:nvSpPr>
        <p:spPr>
          <a:xfrm>
            <a:off x="1866900" y="5576625"/>
            <a:ext cx="304800" cy="1016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2</a:t>
            </a:r>
          </a:p>
        </p:txBody>
      </p:sp>
      <p:sp>
        <p:nvSpPr>
          <p:cNvPr id="125" name="Branch child 1.header 2">
            <a:extLst>
              <a:ext uri="{FF2B5EF4-FFF2-40B4-BE49-F238E27FC236}">
                <a16:creationId xmlns:a16="http://schemas.microsoft.com/office/drawing/2014/main" id="{ECD21137-BB4D-A1BA-60F8-898DACA39C8B}"/>
              </a:ext>
            </a:extLst>
          </p:cNvPr>
          <p:cNvSpPr/>
          <p:nvPr/>
        </p:nvSpPr>
        <p:spPr>
          <a:xfrm>
            <a:off x="2222500" y="5576625"/>
            <a:ext cx="304800" cy="1016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127" name="Branch child 1.header 3">
            <a:extLst>
              <a:ext uri="{FF2B5EF4-FFF2-40B4-BE49-F238E27FC236}">
                <a16:creationId xmlns:a16="http://schemas.microsoft.com/office/drawing/2014/main" id="{F7827AB9-99F9-4565-DB78-8F2F553F0393}"/>
              </a:ext>
            </a:extLst>
          </p:cNvPr>
          <p:cNvSpPr/>
          <p:nvPr/>
        </p:nvSpPr>
        <p:spPr>
          <a:xfrm>
            <a:off x="2578100" y="5576625"/>
            <a:ext cx="304800" cy="1016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26" name="Branch child 1.header link 1">
            <a:extLst>
              <a:ext uri="{FF2B5EF4-FFF2-40B4-BE49-F238E27FC236}">
                <a16:creationId xmlns:a16="http://schemas.microsoft.com/office/drawing/2014/main" id="{187B19C2-6405-25CB-D32B-7AC44CA4EE60}"/>
              </a:ext>
            </a:extLst>
          </p:cNvPr>
          <p:cNvCxnSpPr>
            <a:cxnSpLocks/>
          </p:cNvCxnSpPr>
          <p:nvPr/>
        </p:nvCxnSpPr>
        <p:spPr>
          <a:xfrm>
            <a:off x="2171700" y="5627425"/>
            <a:ext cx="508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Branch child 1.header link 2">
            <a:extLst>
              <a:ext uri="{FF2B5EF4-FFF2-40B4-BE49-F238E27FC236}">
                <a16:creationId xmlns:a16="http://schemas.microsoft.com/office/drawing/2014/main" id="{0F420FA5-BA83-91E1-366A-13BD9CB506D6}"/>
              </a:ext>
            </a:extLst>
          </p:cNvPr>
          <p:cNvCxnSpPr>
            <a:cxnSpLocks/>
          </p:cNvCxnSpPr>
          <p:nvPr/>
        </p:nvCxnSpPr>
        <p:spPr>
          <a:xfrm>
            <a:off x="2527300" y="5627425"/>
            <a:ext cx="508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Branch grandchild 1.2.header 1">
            <a:extLst>
              <a:ext uri="{FF2B5EF4-FFF2-40B4-BE49-F238E27FC236}">
                <a16:creationId xmlns:a16="http://schemas.microsoft.com/office/drawing/2014/main" id="{42097D8F-BBC8-2E22-4EDC-95522471CC29}"/>
              </a:ext>
            </a:extLst>
          </p:cNvPr>
          <p:cNvSpPr/>
          <p:nvPr/>
        </p:nvSpPr>
        <p:spPr>
          <a:xfrm>
            <a:off x="2082799" y="5957625"/>
            <a:ext cx="228600" cy="762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500" b="1">
                <a:solidFill>
                  <a:srgbClr val="3B1E7A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133" name="Branch grandchild 1.2.header 2">
            <a:extLst>
              <a:ext uri="{FF2B5EF4-FFF2-40B4-BE49-F238E27FC236}">
                <a16:creationId xmlns:a16="http://schemas.microsoft.com/office/drawing/2014/main" id="{44B94ECC-9180-B254-C628-9D535AB6F930}"/>
              </a:ext>
            </a:extLst>
          </p:cNvPr>
          <p:cNvSpPr/>
          <p:nvPr/>
        </p:nvSpPr>
        <p:spPr>
          <a:xfrm>
            <a:off x="2349499" y="5957625"/>
            <a:ext cx="228600" cy="762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500" b="1">
                <a:solidFill>
                  <a:srgbClr val="3B1E7A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34" name="Branch grandchild 1.2.header link 1">
            <a:extLst>
              <a:ext uri="{FF2B5EF4-FFF2-40B4-BE49-F238E27FC236}">
                <a16:creationId xmlns:a16="http://schemas.microsoft.com/office/drawing/2014/main" id="{E409BA0A-56B5-4820-1C50-6615CF298D06}"/>
              </a:ext>
            </a:extLst>
          </p:cNvPr>
          <p:cNvCxnSpPr>
            <a:cxnSpLocks/>
          </p:cNvCxnSpPr>
          <p:nvPr/>
        </p:nvCxnSpPr>
        <p:spPr>
          <a:xfrm>
            <a:off x="2311400" y="5995725"/>
            <a:ext cx="381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Branch child 2.header 1">
            <a:extLst>
              <a:ext uri="{FF2B5EF4-FFF2-40B4-BE49-F238E27FC236}">
                <a16:creationId xmlns:a16="http://schemas.microsoft.com/office/drawing/2014/main" id="{92B60BBA-B161-0AE9-DFF2-4DBA063F77E6}"/>
              </a:ext>
            </a:extLst>
          </p:cNvPr>
          <p:cNvSpPr/>
          <p:nvPr/>
        </p:nvSpPr>
        <p:spPr>
          <a:xfrm>
            <a:off x="3771900" y="5576625"/>
            <a:ext cx="304800" cy="1016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150" name="Branch child 2.header 2">
            <a:extLst>
              <a:ext uri="{FF2B5EF4-FFF2-40B4-BE49-F238E27FC236}">
                <a16:creationId xmlns:a16="http://schemas.microsoft.com/office/drawing/2014/main" id="{2E29E53A-7ADA-8FD5-A9ED-33112CC91A32}"/>
              </a:ext>
            </a:extLst>
          </p:cNvPr>
          <p:cNvSpPr/>
          <p:nvPr/>
        </p:nvSpPr>
        <p:spPr>
          <a:xfrm>
            <a:off x="4127500" y="5576625"/>
            <a:ext cx="304800" cy="1016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151" name="Branch child 2.header 3">
            <a:extLst>
              <a:ext uri="{FF2B5EF4-FFF2-40B4-BE49-F238E27FC236}">
                <a16:creationId xmlns:a16="http://schemas.microsoft.com/office/drawing/2014/main" id="{228142ED-5778-2DE6-9859-6130838B31F8}"/>
              </a:ext>
            </a:extLst>
          </p:cNvPr>
          <p:cNvSpPr/>
          <p:nvPr/>
        </p:nvSpPr>
        <p:spPr>
          <a:xfrm>
            <a:off x="4483100" y="5576625"/>
            <a:ext cx="304800" cy="1016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7</a:t>
            </a:r>
          </a:p>
        </p:txBody>
      </p:sp>
      <p:cxnSp>
        <p:nvCxnSpPr>
          <p:cNvPr id="152" name="Branch child 2.header link 1">
            <a:extLst>
              <a:ext uri="{FF2B5EF4-FFF2-40B4-BE49-F238E27FC236}">
                <a16:creationId xmlns:a16="http://schemas.microsoft.com/office/drawing/2014/main" id="{7765676C-D555-03B9-9FCD-90BEB42087A4}"/>
              </a:ext>
            </a:extLst>
          </p:cNvPr>
          <p:cNvCxnSpPr>
            <a:cxnSpLocks/>
          </p:cNvCxnSpPr>
          <p:nvPr/>
        </p:nvCxnSpPr>
        <p:spPr>
          <a:xfrm>
            <a:off x="4076700" y="5627425"/>
            <a:ext cx="508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Branch child 2.header link 2">
            <a:extLst>
              <a:ext uri="{FF2B5EF4-FFF2-40B4-BE49-F238E27FC236}">
                <a16:creationId xmlns:a16="http://schemas.microsoft.com/office/drawing/2014/main" id="{E10B08D9-F419-E65A-0F00-3206FC175EA9}"/>
              </a:ext>
            </a:extLst>
          </p:cNvPr>
          <p:cNvCxnSpPr>
            <a:cxnSpLocks/>
          </p:cNvCxnSpPr>
          <p:nvPr/>
        </p:nvCxnSpPr>
        <p:spPr>
          <a:xfrm>
            <a:off x="4432300" y="5627425"/>
            <a:ext cx="508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Branch.header chain link 5">
            <a:extLst>
              <a:ext uri="{FF2B5EF4-FFF2-40B4-BE49-F238E27FC236}">
                <a16:creationId xmlns:a16="http://schemas.microsoft.com/office/drawing/2014/main" id="{92BCC3D5-4ECA-D80E-C794-8513069B0D6C}"/>
              </a:ext>
            </a:extLst>
          </p:cNvPr>
          <p:cNvCxnSpPr>
            <a:cxnSpLocks/>
          </p:cNvCxnSpPr>
          <p:nvPr/>
        </p:nvCxnSpPr>
        <p:spPr>
          <a:xfrm>
            <a:off x="3886200" y="5271825"/>
            <a:ext cx="762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data HeadersMessage -&gt; HeaderTip">
            <a:extLst>
              <a:ext uri="{FF2B5EF4-FFF2-40B4-BE49-F238E27FC236}">
                <a16:creationId xmlns:a16="http://schemas.microsoft.com/office/drawing/2014/main" id="{A4C0C2FD-A67C-F747-0707-3ED047778020}"/>
              </a:ext>
            </a:extLst>
          </p:cNvPr>
          <p:cNvCxnSpPr>
            <a:cxnSpLocks/>
          </p:cNvCxnSpPr>
          <p:nvPr/>
        </p:nvCxnSpPr>
        <p:spPr>
          <a:xfrm>
            <a:off x="4876800" y="3759200"/>
            <a:ext cx="0" cy="1411025"/>
          </a:xfrm>
          <a:prstGeom prst="straightConnector1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fork root -&gt; child 1">
            <a:extLst>
              <a:ext uri="{FF2B5EF4-FFF2-40B4-BE49-F238E27FC236}">
                <a16:creationId xmlns:a16="http://schemas.microsoft.com/office/drawing/2014/main" id="{81CE095D-5D83-9184-217D-8A0657474FE6}"/>
              </a:ext>
            </a:extLst>
          </p:cNvPr>
          <p:cNvCxnSpPr>
            <a:cxnSpLocks/>
          </p:cNvCxnSpPr>
          <p:nvPr/>
        </p:nvCxnSpPr>
        <p:spPr>
          <a:xfrm>
            <a:off x="2019300" y="5271825"/>
            <a:ext cx="0" cy="30480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fork child 1 -&gt; grandchild 1.2">
            <a:extLst>
              <a:ext uri="{FF2B5EF4-FFF2-40B4-BE49-F238E27FC236}">
                <a16:creationId xmlns:a16="http://schemas.microsoft.com/office/drawing/2014/main" id="{9EA54941-7424-CB06-718D-64972336D049}"/>
              </a:ext>
            </a:extLst>
          </p:cNvPr>
          <p:cNvCxnSpPr>
            <a:cxnSpLocks/>
          </p:cNvCxnSpPr>
          <p:nvPr/>
        </p:nvCxnSpPr>
        <p:spPr>
          <a:xfrm>
            <a:off x="2197100" y="5627425"/>
            <a:ext cx="0" cy="33020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Branch.header chain 6">
            <a:extLst>
              <a:ext uri="{FF2B5EF4-FFF2-40B4-BE49-F238E27FC236}">
                <a16:creationId xmlns:a16="http://schemas.microsoft.com/office/drawing/2014/main" id="{7332F24B-144B-6C65-A9EB-FBAAC5499DCB}"/>
              </a:ext>
            </a:extLst>
          </p:cNvPr>
          <p:cNvSpPr/>
          <p:nvPr/>
        </p:nvSpPr>
        <p:spPr>
          <a:xfrm>
            <a:off x="3962400" y="5170225"/>
            <a:ext cx="558800" cy="2032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700" b="1">
                <a:solidFill>
                  <a:srgbClr val="3B1E7A"/>
                </a:solidFill>
                <a:latin typeface="Consolas" panose="020B0609020204030204" pitchFamily="49" charset="0"/>
              </a:rPr>
              <a:t>5</a:t>
            </a:r>
          </a:p>
        </p:txBody>
      </p:sp>
      <p:cxnSp>
        <p:nvCxnSpPr>
          <p:cNvPr id="167" name="Branch.header chain link 6">
            <a:extLst>
              <a:ext uri="{FF2B5EF4-FFF2-40B4-BE49-F238E27FC236}">
                <a16:creationId xmlns:a16="http://schemas.microsoft.com/office/drawing/2014/main" id="{CC67833F-EF6C-ECCC-08C0-62B9910FDEE5}"/>
              </a:ext>
            </a:extLst>
          </p:cNvPr>
          <p:cNvCxnSpPr>
            <a:cxnSpLocks/>
          </p:cNvCxnSpPr>
          <p:nvPr/>
        </p:nvCxnSpPr>
        <p:spPr>
          <a:xfrm>
            <a:off x="4521200" y="5271825"/>
            <a:ext cx="762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Branch.HeaderTipBlockchain">
            <a:extLst>
              <a:ext uri="{FF2B5EF4-FFF2-40B4-BE49-F238E27FC236}">
                <a16:creationId xmlns:a16="http://schemas.microsoft.com/office/drawing/2014/main" id="{A5872FF5-D932-5FB2-4272-403788DC913D}"/>
              </a:ext>
            </a:extLst>
          </p:cNvPr>
          <p:cNvSpPr/>
          <p:nvPr/>
        </p:nvSpPr>
        <p:spPr>
          <a:xfrm>
            <a:off x="2527300" y="4814625"/>
            <a:ext cx="889000" cy="1270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HeaderTipBlockchain</a:t>
            </a:r>
          </a:p>
        </p:txBody>
      </p:sp>
      <p:cxnSp>
        <p:nvCxnSpPr>
          <p:cNvPr id="172" name="ref HeaderTipBlockchain -&gt; header">
            <a:extLst>
              <a:ext uri="{FF2B5EF4-FFF2-40B4-BE49-F238E27FC236}">
                <a16:creationId xmlns:a16="http://schemas.microsoft.com/office/drawing/2014/main" id="{5B2F41E5-7A22-54CA-E5D0-A276D292D330}"/>
              </a:ext>
            </a:extLst>
          </p:cNvPr>
          <p:cNvCxnSpPr>
            <a:cxnSpLocks/>
          </p:cNvCxnSpPr>
          <p:nvPr/>
        </p:nvCxnSpPr>
        <p:spPr>
          <a:xfrm>
            <a:off x="2971800" y="4941625"/>
            <a:ext cx="0" cy="228600"/>
          </a:xfrm>
          <a:prstGeom prst="straightConnector1">
            <a:avLst/>
          </a:prstGeom>
          <a:ln w="9525">
            <a:solidFill>
              <a:srgbClr val="6D28D9"/>
            </a:solidFill>
            <a:headEnd type="oval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Branch.header chain 4">
            <a:extLst>
              <a:ext uri="{FF2B5EF4-FFF2-40B4-BE49-F238E27FC236}">
                <a16:creationId xmlns:a16="http://schemas.microsoft.com/office/drawing/2014/main" id="{134957A9-D776-9018-713B-A233057ADC84}"/>
              </a:ext>
            </a:extLst>
          </p:cNvPr>
          <p:cNvSpPr/>
          <p:nvPr/>
        </p:nvSpPr>
        <p:spPr>
          <a:xfrm>
            <a:off x="2692400" y="5170225"/>
            <a:ext cx="558800" cy="2032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700" b="1">
                <a:solidFill>
                  <a:srgbClr val="3B1E7A"/>
                </a:solidFill>
                <a:latin typeface="Consolas" panose="020B0609020204030204" pitchFamily="49" charset="0"/>
              </a:rPr>
              <a:t>3</a:t>
            </a:r>
          </a:p>
        </p:txBody>
      </p:sp>
      <p:cxnSp>
        <p:nvCxnSpPr>
          <p:cNvPr id="177" name="Branch.header chain link 4">
            <a:extLst>
              <a:ext uri="{FF2B5EF4-FFF2-40B4-BE49-F238E27FC236}">
                <a16:creationId xmlns:a16="http://schemas.microsoft.com/office/drawing/2014/main" id="{F2CA65DC-1E4E-D722-F51F-CF1016FBA05F}"/>
              </a:ext>
            </a:extLst>
          </p:cNvPr>
          <p:cNvCxnSpPr>
            <a:cxnSpLocks/>
          </p:cNvCxnSpPr>
          <p:nvPr/>
        </p:nvCxnSpPr>
        <p:spPr>
          <a:xfrm>
            <a:off x="3251200" y="5271825"/>
            <a:ext cx="762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Branch grandchild 1.2.Blocks">
            <a:extLst>
              <a:ext uri="{FF2B5EF4-FFF2-40B4-BE49-F238E27FC236}">
                <a16:creationId xmlns:a16="http://schemas.microsoft.com/office/drawing/2014/main" id="{D2A8E2A1-CD19-69C8-578B-B31383E87F28}"/>
              </a:ext>
            </a:extLst>
          </p:cNvPr>
          <p:cNvSpPr/>
          <p:nvPr/>
        </p:nvSpPr>
        <p:spPr>
          <a:xfrm>
            <a:off x="2273300" y="6057900"/>
            <a:ext cx="304800" cy="762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CH" sz="500" b="1">
                <a:solidFill>
                  <a:srgbClr val="3B1E7A"/>
                </a:solidFill>
                <a:latin typeface="Consolas" panose="020B0609020204030204" pitchFamily="49" charset="0"/>
              </a:rPr>
              <a:t>Blocks</a:t>
            </a:r>
          </a:p>
        </p:txBody>
      </p:sp>
      <p:sp>
        <p:nvSpPr>
          <p:cNvPr id="185" name="Branch child 1.Blocks">
            <a:extLst>
              <a:ext uri="{FF2B5EF4-FFF2-40B4-BE49-F238E27FC236}">
                <a16:creationId xmlns:a16="http://schemas.microsoft.com/office/drawing/2014/main" id="{F281F3E1-BBA7-34AF-626B-840337B334A8}"/>
              </a:ext>
            </a:extLst>
          </p:cNvPr>
          <p:cNvSpPr/>
          <p:nvPr/>
        </p:nvSpPr>
        <p:spPr>
          <a:xfrm>
            <a:off x="2501900" y="5727700"/>
            <a:ext cx="381000" cy="1016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Blocks</a:t>
            </a:r>
          </a:p>
        </p:txBody>
      </p:sp>
      <p:sp>
        <p:nvSpPr>
          <p:cNvPr id="186" name="Branch child 2.Blocks">
            <a:extLst>
              <a:ext uri="{FF2B5EF4-FFF2-40B4-BE49-F238E27FC236}">
                <a16:creationId xmlns:a16="http://schemas.microsoft.com/office/drawing/2014/main" id="{BD443BFB-DFA2-7C45-66AA-2774C85E0B8F}"/>
              </a:ext>
            </a:extLst>
          </p:cNvPr>
          <p:cNvSpPr/>
          <p:nvPr/>
        </p:nvSpPr>
        <p:spPr>
          <a:xfrm>
            <a:off x="4406900" y="5727700"/>
            <a:ext cx="381000" cy="1016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Blocks</a:t>
            </a:r>
          </a:p>
        </p:txBody>
      </p:sp>
      <p:cxnSp>
        <p:nvCxnSpPr>
          <p:cNvPr id="188" name="fork root -&gt; child 2">
            <a:extLst>
              <a:ext uri="{FF2B5EF4-FFF2-40B4-BE49-F238E27FC236}">
                <a16:creationId xmlns:a16="http://schemas.microsoft.com/office/drawing/2014/main" id="{DFE71D38-1472-3DEB-2575-1833D7267C4E}"/>
              </a:ext>
            </a:extLst>
          </p:cNvPr>
          <p:cNvCxnSpPr/>
          <p:nvPr/>
        </p:nvCxnSpPr>
        <p:spPr>
          <a:xfrm>
            <a:off x="3924300" y="5271825"/>
            <a:ext cx="0" cy="304800"/>
          </a:xfrm>
          <a:prstGeom prst="line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5149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D2FC04-AA7E-EE2D-A3B3-940989055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r>
              <a:rPr lang="de-CH" sz="2600">
                <a:solidFill>
                  <a:srgbClr val="1E293B"/>
                </a:solidFill>
                <a:latin typeface="Segoe UI Semibold" panose="020B0702040204020203" pitchFamily="34" charset="0"/>
              </a:rPr>
              <a:t>1  Header sync</a:t>
            </a:r>
          </a:p>
        </p:txBody>
      </p:sp>
      <p:sp>
        <p:nvSpPr>
          <p:cNvPr id="64" name="remote peer">
            <a:extLst>
              <a:ext uri="{FF2B5EF4-FFF2-40B4-BE49-F238E27FC236}">
                <a16:creationId xmlns:a16="http://schemas.microsoft.com/office/drawing/2014/main" id="{0DD52E9E-4BD0-282F-F877-BF4E7815894E}"/>
              </a:ext>
            </a:extLst>
          </p:cNvPr>
          <p:cNvSpPr/>
          <p:nvPr/>
        </p:nvSpPr>
        <p:spPr>
          <a:xfrm>
            <a:off x="508000" y="1524000"/>
            <a:ext cx="965200" cy="4114800"/>
          </a:xfrm>
          <a:prstGeom prst="roundRect">
            <a:avLst>
              <a:gd name="adj" fmla="val 12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</a:t>
            </a:r>
          </a:p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peer</a:t>
            </a:r>
          </a:p>
        </p:txBody>
      </p:sp>
      <p:sp>
        <p:nvSpPr>
          <p:cNvPr id="65" name="HeadersMessage">
            <a:extLst>
              <a:ext uri="{FF2B5EF4-FFF2-40B4-BE49-F238E27FC236}">
                <a16:creationId xmlns:a16="http://schemas.microsoft.com/office/drawing/2014/main" id="{C74EDF7F-22BD-0BBF-9C56-90455B5D8691}"/>
              </a:ext>
            </a:extLst>
          </p:cNvPr>
          <p:cNvSpPr/>
          <p:nvPr/>
        </p:nvSpPr>
        <p:spPr>
          <a:xfrm>
            <a:off x="2286000" y="1524000"/>
            <a:ext cx="2540000" cy="3175000"/>
          </a:xfrm>
          <a:prstGeom prst="roundRect">
            <a:avLst>
              <a:gd name="adj" fmla="val 5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839203D8-525B-4478-BD11-11C499E15DE2}"/>
              </a:ext>
            </a:extLst>
          </p:cNvPr>
          <p:cNvSpPr txBox="1"/>
          <p:nvPr/>
        </p:nvSpPr>
        <p:spPr>
          <a:xfrm>
            <a:off x="2413000" y="15748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HeadersMessage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headers from one peer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67" name="HeadersMessage.Run">
            <a:extLst>
              <a:ext uri="{FF2B5EF4-FFF2-40B4-BE49-F238E27FC236}">
                <a16:creationId xmlns:a16="http://schemas.microsoft.com/office/drawing/2014/main" id="{27A47C09-B699-40D5-9D2E-31EA7418705F}"/>
              </a:ext>
            </a:extLst>
          </p:cNvPr>
          <p:cNvSpPr/>
          <p:nvPr/>
        </p:nvSpPr>
        <p:spPr>
          <a:xfrm>
            <a:off x="2413000" y="1854200"/>
            <a:ext cx="2286000" cy="271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6200" rtlCol="0" anchor="t"/>
          <a:lstStyle/>
          <a:p>
            <a:pPr algn="ctr"/>
            <a:r>
              <a:rPr lang="de-CH" sz="1100" b="1">
                <a:solidFill>
                  <a:srgbClr val="134E4A"/>
                </a:solidFill>
                <a:latin typeface="Consolas" panose="020B0609020204030204" pitchFamily="49" charset="0"/>
              </a:rPr>
              <a:t>Run</a:t>
            </a:r>
          </a:p>
        </p:txBody>
      </p:sp>
      <p:sp>
        <p:nvSpPr>
          <p:cNvPr id="79" name="Blockchain">
            <a:extLst>
              <a:ext uri="{FF2B5EF4-FFF2-40B4-BE49-F238E27FC236}">
                <a16:creationId xmlns:a16="http://schemas.microsoft.com/office/drawing/2014/main" id="{6EB3B358-2D2F-206F-9D94-DE0FF1BBF38C}"/>
              </a:ext>
            </a:extLst>
          </p:cNvPr>
          <p:cNvSpPr/>
          <p:nvPr/>
        </p:nvSpPr>
        <p:spPr>
          <a:xfrm>
            <a:off x="5207000" y="2184400"/>
            <a:ext cx="6540500" cy="3429000"/>
          </a:xfrm>
          <a:prstGeom prst="roundRect">
            <a:avLst>
              <a:gd name="adj" fmla="val 5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8D52D269-2908-F34C-C108-18AD6B822BCA}"/>
              </a:ext>
            </a:extLst>
          </p:cNvPr>
          <p:cNvSpPr txBox="1"/>
          <p:nvPr/>
        </p:nvSpPr>
        <p:spPr>
          <a:xfrm>
            <a:off x="5334000" y="22352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3B1E7A"/>
                </a:solidFill>
                <a:latin typeface="Segoe UI Semibold" panose="020B0702040204020203" pitchFamily="34" charset="0"/>
              </a:rPr>
              <a:t>Blockchain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guarded access to the chain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81" name="Blockchain.TryExtendHeaderchain">
            <a:extLst>
              <a:ext uri="{FF2B5EF4-FFF2-40B4-BE49-F238E27FC236}">
                <a16:creationId xmlns:a16="http://schemas.microsoft.com/office/drawing/2014/main" id="{95FA6E2D-E33D-DAC4-AE79-84A84CEB1950}"/>
              </a:ext>
            </a:extLst>
          </p:cNvPr>
          <p:cNvSpPr/>
          <p:nvPr/>
        </p:nvSpPr>
        <p:spPr>
          <a:xfrm>
            <a:off x="5359400" y="2819400"/>
            <a:ext cx="2603500" cy="508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  <a:p>
            <a:pPr algn="ctr">
              <a:spcBef>
                <a:spcPts val="1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lock</a:t>
            </a:r>
          </a:p>
        </p:txBody>
      </p:sp>
      <p:sp>
        <p:nvSpPr>
          <p:cNvPr id="82" name="Branch">
            <a:extLst>
              <a:ext uri="{FF2B5EF4-FFF2-40B4-BE49-F238E27FC236}">
                <a16:creationId xmlns:a16="http://schemas.microsoft.com/office/drawing/2014/main" id="{357DFAF0-C433-8F67-731C-1F5A4B1843C8}"/>
              </a:ext>
            </a:extLst>
          </p:cNvPr>
          <p:cNvSpPr/>
          <p:nvPr/>
        </p:nvSpPr>
        <p:spPr>
          <a:xfrm>
            <a:off x="8128000" y="2489200"/>
            <a:ext cx="3429000" cy="2438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D83FD425-959C-40E2-55EB-6B2F14FFE92E}"/>
              </a:ext>
            </a:extLst>
          </p:cNvPr>
          <p:cNvSpPr txBox="1"/>
          <p:nvPr/>
        </p:nvSpPr>
        <p:spPr>
          <a:xfrm>
            <a:off x="8255000" y="25400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00">
                <a:solidFill>
                  <a:srgbClr val="3B1E7A"/>
                </a:solidFill>
                <a:latin typeface="Segoe UI Semibold" panose="020B0702040204020203" pitchFamily="34" charset="0"/>
              </a:rPr>
              <a:t>Branch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one segment of the header tree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84" name="Branch.TryExtendHeaderchain">
            <a:extLst>
              <a:ext uri="{FF2B5EF4-FFF2-40B4-BE49-F238E27FC236}">
                <a16:creationId xmlns:a16="http://schemas.microsoft.com/office/drawing/2014/main" id="{0A87F1D0-16DC-BB76-4F31-5173698D5A2F}"/>
              </a:ext>
            </a:extLst>
          </p:cNvPr>
          <p:cNvSpPr/>
          <p:nvPr/>
        </p:nvSpPr>
        <p:spPr>
          <a:xfrm>
            <a:off x="8280400" y="2819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  <a:p>
            <a:pPr algn="ctr">
              <a:spcBef>
                <a:spcPts val="1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attach headers</a:t>
            </a:r>
          </a:p>
        </p:txBody>
      </p:sp>
      <p:sp>
        <p:nvSpPr>
          <p:cNvPr id="85" name="Branch.TrySearchHeaderAncestor">
            <a:extLst>
              <a:ext uri="{FF2B5EF4-FFF2-40B4-BE49-F238E27FC236}">
                <a16:creationId xmlns:a16="http://schemas.microsoft.com/office/drawing/2014/main" id="{D503288B-DE78-7295-2DD8-79797E5C1C3A}"/>
              </a:ext>
            </a:extLst>
          </p:cNvPr>
          <p:cNvSpPr/>
          <p:nvPr/>
        </p:nvSpPr>
        <p:spPr>
          <a:xfrm>
            <a:off x="8280400" y="3581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TrySearchHeaderAncestor</a:t>
            </a:r>
          </a:p>
          <a:p>
            <a:pPr algn="ctr">
              <a:spcBef>
                <a:spcPts val="1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find ancestor + skip known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86" name="Branch.AppendHeader">
            <a:extLst>
              <a:ext uri="{FF2B5EF4-FFF2-40B4-BE49-F238E27FC236}">
                <a16:creationId xmlns:a16="http://schemas.microsoft.com/office/drawing/2014/main" id="{6098D5FA-976D-6B25-5C4D-720D161924EB}"/>
              </a:ext>
            </a:extLst>
          </p:cNvPr>
          <p:cNvSpPr/>
          <p:nvPr/>
        </p:nvSpPr>
        <p:spPr>
          <a:xfrm>
            <a:off x="8280400" y="4343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AppendHeader</a:t>
            </a:r>
          </a:p>
          <a:p>
            <a:pPr algn="ctr">
              <a:spcBef>
                <a:spcPts val="1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link header to tip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87" name="GetHeadersMessage.SendGetHeaders">
            <a:extLst>
              <a:ext uri="{FF2B5EF4-FFF2-40B4-BE49-F238E27FC236}">
                <a16:creationId xmlns:a16="http://schemas.microsoft.com/office/drawing/2014/main" id="{43464471-72C2-58DB-4E82-7B91B3C078ED}"/>
              </a:ext>
            </a:extLst>
          </p:cNvPr>
          <p:cNvSpPr/>
          <p:nvPr/>
        </p:nvSpPr>
        <p:spPr>
          <a:xfrm>
            <a:off x="2413000" y="4953000"/>
            <a:ext cx="2286000" cy="6858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900">
                <a:solidFill>
                  <a:srgbClr val="134E4A"/>
                </a:solidFill>
                <a:latin typeface="Segoe UI" panose="020B0502040204020203" pitchFamily="34" charset="0"/>
              </a:rPr>
              <a:t>GetHeadersMessage.</a:t>
            </a:r>
          </a:p>
          <a:p>
            <a:pPr algn="ctr"/>
            <a:r>
              <a:rPr lang="en-US" sz="1100" b="1">
                <a:solidFill>
                  <a:srgbClr val="134E4A"/>
                </a:solidFill>
                <a:latin typeface="Consolas" panose="020B0609020204030204" pitchFamily="49" charset="0"/>
              </a:rPr>
              <a:t>SendGetHeaders</a:t>
            </a:r>
          </a:p>
          <a:p>
            <a:pPr algn="ctr"/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send getheaders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3E962A5C-2FC0-639A-61CB-EBB0E887E89E}"/>
              </a:ext>
            </a:extLst>
          </p:cNvPr>
          <p:cNvCxnSpPr>
            <a:cxnSpLocks/>
            <a:stCxn id="81" idx="3"/>
            <a:endCxn id="84" idx="1"/>
          </p:cNvCxnSpPr>
          <p:nvPr/>
        </p:nvCxnSpPr>
        <p:spPr>
          <a:xfrm>
            <a:off x="7962900" y="3073400"/>
            <a:ext cx="317500" cy="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61284E32-7D99-9B3F-5BB5-0C33A16B6625}"/>
              </a:ext>
            </a:extLst>
          </p:cNvPr>
          <p:cNvCxnSpPr>
            <a:cxnSpLocks/>
            <a:stCxn id="84" idx="2"/>
            <a:endCxn id="85" idx="0"/>
          </p:cNvCxnSpPr>
          <p:nvPr/>
        </p:nvCxnSpPr>
        <p:spPr>
          <a:xfrm>
            <a:off x="9842500" y="3327400"/>
            <a:ext cx="0" cy="2540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DBFAD03D-0D6F-9F63-53F6-29AFD9E73F31}"/>
              </a:ext>
            </a:extLst>
          </p:cNvPr>
          <p:cNvCxnSpPr>
            <a:cxnSpLocks/>
            <a:stCxn id="85" idx="2"/>
            <a:endCxn id="86" idx="0"/>
          </p:cNvCxnSpPr>
          <p:nvPr/>
        </p:nvCxnSpPr>
        <p:spPr>
          <a:xfrm>
            <a:off x="9842500" y="4089400"/>
            <a:ext cx="0" cy="2540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6639918D-510A-7E53-B232-61D2D5B5850D}"/>
              </a:ext>
            </a:extLst>
          </p:cNvPr>
          <p:cNvCxnSpPr/>
          <p:nvPr/>
        </p:nvCxnSpPr>
        <p:spPr>
          <a:xfrm>
            <a:off x="1473200" y="2489200"/>
            <a:ext cx="1193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pill headers">
            <a:extLst>
              <a:ext uri="{FF2B5EF4-FFF2-40B4-BE49-F238E27FC236}">
                <a16:creationId xmlns:a16="http://schemas.microsoft.com/office/drawing/2014/main" id="{CB8752DC-9D84-B2EF-5BBB-52EA6E791ED5}"/>
              </a:ext>
            </a:extLst>
          </p:cNvPr>
          <p:cNvSpPr/>
          <p:nvPr/>
        </p:nvSpPr>
        <p:spPr>
          <a:xfrm>
            <a:off x="1605280" y="21844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headers</a:t>
            </a:r>
          </a:p>
        </p:txBody>
      </p: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FD4EAFDE-A742-4EB8-C9AD-EB5E02FC3F89}"/>
              </a:ext>
            </a:extLst>
          </p:cNvPr>
          <p:cNvCxnSpPr/>
          <p:nvPr/>
        </p:nvCxnSpPr>
        <p:spPr>
          <a:xfrm flipH="1">
            <a:off x="1473200" y="5295900"/>
            <a:ext cx="939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pill getheaders">
            <a:extLst>
              <a:ext uri="{FF2B5EF4-FFF2-40B4-BE49-F238E27FC236}">
                <a16:creationId xmlns:a16="http://schemas.microsoft.com/office/drawing/2014/main" id="{85E595E4-4291-FE60-162E-2AE614D60050}"/>
              </a:ext>
            </a:extLst>
          </p:cNvPr>
          <p:cNvSpPr/>
          <p:nvPr/>
        </p:nvSpPr>
        <p:spPr>
          <a:xfrm>
            <a:off x="1498600" y="49911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</a:p>
        </p:txBody>
      </p:sp>
      <p:sp>
        <p:nvSpPr>
          <p:cNvPr id="98" name="Run.parse headers">
            <a:extLst>
              <a:ext uri="{FF2B5EF4-FFF2-40B4-BE49-F238E27FC236}">
                <a16:creationId xmlns:a16="http://schemas.microsoft.com/office/drawing/2014/main" id="{9A36C6A0-190A-1500-0D2A-E0865DF988CE}"/>
              </a:ext>
            </a:extLst>
          </p:cNvPr>
          <p:cNvSpPr/>
          <p:nvPr/>
        </p:nvSpPr>
        <p:spPr>
          <a:xfrm>
            <a:off x="2667000" y="2311400"/>
            <a:ext cx="1778000" cy="3556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parse headers</a:t>
            </a:r>
          </a:p>
        </p:txBody>
      </p:sp>
      <p:sp>
        <p:nvSpPr>
          <p:cNvPr id="99" name="Run.extend chain">
            <a:extLst>
              <a:ext uri="{FF2B5EF4-FFF2-40B4-BE49-F238E27FC236}">
                <a16:creationId xmlns:a16="http://schemas.microsoft.com/office/drawing/2014/main" id="{619F39BA-9EF8-8074-3D34-1DDE02DA1DA9}"/>
              </a:ext>
            </a:extLst>
          </p:cNvPr>
          <p:cNvSpPr/>
          <p:nvPr/>
        </p:nvSpPr>
        <p:spPr>
          <a:xfrm>
            <a:off x="2438400" y="2844800"/>
            <a:ext cx="2235200" cy="965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127000" rIns="0" bIns="0" rtlCol="0" anchor="t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extend chain</a:t>
            </a:r>
          </a:p>
        </p:txBody>
      </p:sp>
      <p:sp>
        <p:nvSpPr>
          <p:cNvPr id="101" name="Run.request next batch">
            <a:extLst>
              <a:ext uri="{FF2B5EF4-FFF2-40B4-BE49-F238E27FC236}">
                <a16:creationId xmlns:a16="http://schemas.microsoft.com/office/drawing/2014/main" id="{25D42380-3992-F2C8-8972-BCD80E8A8E85}"/>
              </a:ext>
            </a:extLst>
          </p:cNvPr>
          <p:cNvSpPr/>
          <p:nvPr/>
        </p:nvSpPr>
        <p:spPr>
          <a:xfrm>
            <a:off x="2667000" y="4013200"/>
            <a:ext cx="1778000" cy="3556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request next batch</a:t>
            </a:r>
          </a:p>
        </p:txBody>
      </p:sp>
      <p:cxnSp>
        <p:nvCxnSpPr>
          <p:cNvPr id="102" name="Gerade Verbindung mit Pfeil 101">
            <a:extLst>
              <a:ext uri="{FF2B5EF4-FFF2-40B4-BE49-F238E27FC236}">
                <a16:creationId xmlns:a16="http://schemas.microsoft.com/office/drawing/2014/main" id="{0714E089-BE57-3696-DD29-3E857EA70D30}"/>
              </a:ext>
            </a:extLst>
          </p:cNvPr>
          <p:cNvCxnSpPr>
            <a:cxnSpLocks/>
            <a:stCxn id="98" idx="4"/>
            <a:endCxn id="99" idx="0"/>
          </p:cNvCxnSpPr>
          <p:nvPr/>
        </p:nvCxnSpPr>
        <p:spPr>
          <a:xfrm>
            <a:off x="3556000" y="2667000"/>
            <a:ext cx="0" cy="1778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F07C9AA4-9F5F-3981-6571-78D95006D46D}"/>
              </a:ext>
            </a:extLst>
          </p:cNvPr>
          <p:cNvCxnSpPr>
            <a:cxnSpLocks/>
            <a:stCxn id="101" idx="4"/>
            <a:endCxn id="87" idx="0"/>
          </p:cNvCxnSpPr>
          <p:nvPr/>
        </p:nvCxnSpPr>
        <p:spPr>
          <a:xfrm>
            <a:off x="3556000" y="4368800"/>
            <a:ext cx="0" cy="5842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HeadersMessage.HeaderTipReceivedLast">
            <a:extLst>
              <a:ext uri="{FF2B5EF4-FFF2-40B4-BE49-F238E27FC236}">
                <a16:creationId xmlns:a16="http://schemas.microsoft.com/office/drawing/2014/main" id="{4D330B83-0D30-1F34-6F50-8D0D4F3DC89D}"/>
              </a:ext>
            </a:extLst>
          </p:cNvPr>
          <p:cNvSpPr/>
          <p:nvPr/>
        </p:nvSpPr>
        <p:spPr>
          <a:xfrm>
            <a:off x="2844800" y="3327400"/>
            <a:ext cx="1422400" cy="279400"/>
          </a:xfrm>
          <a:prstGeom prst="rect">
            <a:avLst/>
          </a:prstGeom>
          <a:solidFill>
            <a:srgbClr val="E3F2EF"/>
          </a:solidFill>
          <a:ln w="12700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134E4A"/>
                </a:solidFill>
                <a:latin typeface="Consolas" panose="020B0609020204030204" pitchFamily="49" charset="0"/>
              </a:rPr>
              <a:t>HeaderTipReceivedLast*</a:t>
            </a:r>
          </a:p>
        </p:txBody>
      </p:sp>
      <p:cxnSp>
        <p:nvCxnSpPr>
          <p:cNvPr id="111" name="call extend chain -&gt; Blockchain">
            <a:extLst>
              <a:ext uri="{FF2B5EF4-FFF2-40B4-BE49-F238E27FC236}">
                <a16:creationId xmlns:a16="http://schemas.microsoft.com/office/drawing/2014/main" id="{A613D950-4B38-200A-096D-483321AFE918}"/>
              </a:ext>
            </a:extLst>
          </p:cNvPr>
          <p:cNvCxnSpPr/>
          <p:nvPr/>
        </p:nvCxnSpPr>
        <p:spPr>
          <a:xfrm>
            <a:off x="4508500" y="3073400"/>
            <a:ext cx="850900" cy="0"/>
          </a:xfrm>
          <a:prstGeom prst="line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data Blockchain.TryExtendHeaderchain -&gt; HeaderTipReceivedLast">
            <a:extLst>
              <a:ext uri="{FF2B5EF4-FFF2-40B4-BE49-F238E27FC236}">
                <a16:creationId xmlns:a16="http://schemas.microsoft.com/office/drawing/2014/main" id="{40CC83BF-72E9-2707-DD1F-741490EC4A43}"/>
              </a:ext>
            </a:extLst>
          </p:cNvPr>
          <p:cNvCxnSpPr>
            <a:cxnSpLocks/>
            <a:stCxn id="81" idx="2"/>
            <a:endCxn id="108" idx="3"/>
          </p:cNvCxnSpPr>
          <p:nvPr/>
        </p:nvCxnSpPr>
        <p:spPr>
          <a:xfrm rot="5400000">
            <a:off x="5394325" y="2200275"/>
            <a:ext cx="139700" cy="2393950"/>
          </a:xfrm>
          <a:prstGeom prst="bentConnector2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9D2EB7F4-8704-E78E-4A2D-6F8749535A71}"/>
              </a:ext>
            </a:extLst>
          </p:cNvPr>
          <p:cNvCxnSpPr>
            <a:cxnSpLocks/>
            <a:stCxn id="99" idx="4"/>
            <a:endCxn id="101" idx="0"/>
          </p:cNvCxnSpPr>
          <p:nvPr/>
        </p:nvCxnSpPr>
        <p:spPr>
          <a:xfrm>
            <a:off x="3556000" y="3810000"/>
            <a:ext cx="0" cy="2032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data HeaderTipReceivedLast -&gt; SendGetHeaders">
            <a:extLst>
              <a:ext uri="{FF2B5EF4-FFF2-40B4-BE49-F238E27FC236}">
                <a16:creationId xmlns:a16="http://schemas.microsoft.com/office/drawing/2014/main" id="{92C03684-1AB2-2A82-4C73-F67AD93A6109}"/>
              </a:ext>
            </a:extLst>
          </p:cNvPr>
          <p:cNvSpPr/>
          <p:nvPr/>
        </p:nvSpPr>
        <p:spPr>
          <a:xfrm>
            <a:off x="2540000" y="3467100"/>
            <a:ext cx="304801" cy="1485901"/>
          </a:xfrm>
          <a:custGeom>
            <a:avLst/>
            <a:gdLst/>
            <a:ahLst/>
            <a:cxnLst/>
            <a:rect l="0" t="0" r="0" b="0"/>
            <a:pathLst>
              <a:path w="304801" h="1485901">
                <a:moveTo>
                  <a:pt x="304800" y="0"/>
                </a:moveTo>
                <a:lnTo>
                  <a:pt x="0" y="0"/>
                </a:lnTo>
                <a:lnTo>
                  <a:pt x="0" y="1485900"/>
                </a:lnTo>
              </a:path>
            </a:pathLst>
          </a:cu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footnote HeaderTipReceivedLast">
            <a:extLst>
              <a:ext uri="{FF2B5EF4-FFF2-40B4-BE49-F238E27FC236}">
                <a16:creationId xmlns:a16="http://schemas.microsoft.com/office/drawing/2014/main" id="{18B49A5D-49CE-2BD8-E6E4-E4F741A23106}"/>
              </a:ext>
            </a:extLst>
          </p:cNvPr>
          <p:cNvSpPr txBox="1"/>
          <p:nvPr/>
        </p:nvSpPr>
        <p:spPr>
          <a:xfrm>
            <a:off x="508000" y="5918200"/>
            <a:ext cx="11176000" cy="369332"/>
          </a:xfrm>
          <a:prstGeom prst="rect">
            <a:avLst/>
          </a:prstGeom>
          <a:noFill/>
        </p:spPr>
        <p:txBody>
          <a:bodyPr vert="horz" wrap="square" lIns="0" rtlCol="0">
            <a:spAutoFit/>
          </a:bodyPr>
          <a:lstStyle/>
          <a:p>
            <a:r>
              <a:rPr lang="en-US" sz="850" b="1" dirty="0">
                <a:solidFill>
                  <a:srgbClr val="134E4A"/>
                </a:solidFill>
                <a:latin typeface="Consolas" panose="020B0609020204030204" pitchFamily="49" charset="0"/>
              </a:rPr>
              <a:t>* </a:t>
            </a:r>
            <a:r>
              <a:rPr lang="en-US" sz="850" b="1" dirty="0" err="1">
                <a:solidFill>
                  <a:srgbClr val="134E4A"/>
                </a:solidFill>
                <a:latin typeface="Consolas" panose="020B0609020204030204" pitchFamily="49" charset="0"/>
              </a:rPr>
              <a:t>HeaderTipReceivedLast</a:t>
            </a:r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 – this peer's latest header, as linked in the chain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; </a:t>
            </a:r>
            <a:r>
              <a:rPr lang="en-US" sz="850" b="1">
                <a:solidFill>
                  <a:srgbClr val="134E4A"/>
                </a:solidFill>
                <a:latin typeface="Consolas" panose="020B0609020204030204" pitchFamily="49" charset="0"/>
              </a:rPr>
              <a:t>StartBlockDownloadDispatcher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and </a:t>
            </a:r>
            <a:r>
              <a:rPr lang="en-US" sz="850" b="1">
                <a:solidFill>
                  <a:srgbClr val="134E4A"/>
                </a:solidFill>
                <a:latin typeface="Consolas" panose="020B0609020204030204" pitchFamily="49" charset="0"/>
              </a:rPr>
              <a:t>BlockMessage.Run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use it to assign the peer's next block download on its branch, up to its height. </a:t>
            </a:r>
            <a:r>
              <a:rPr lang="en-US" sz="850" b="1">
                <a:solidFill>
                  <a:srgbClr val="134E4A"/>
                </a:solidFill>
                <a:latin typeface="Consolas" panose="020B0609020204030204" pitchFamily="49" charset="0"/>
              </a:rPr>
              <a:t>SendGetHeaders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</a:t>
            </a:r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uses it to request further headers.</a:t>
            </a:r>
            <a:endParaRPr lang="de-CH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7611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200</Words>
  <Application>Microsoft Office PowerPoint</Application>
  <PresentationFormat>Breitbild</PresentationFormat>
  <Paragraphs>85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8" baseType="lpstr">
      <vt:lpstr>Arial</vt:lpstr>
      <vt:lpstr>Consolas</vt:lpstr>
      <vt:lpstr>Segoe UI</vt:lpstr>
      <vt:lpstr>Segoe UI Semibold</vt:lpstr>
      <vt:lpstr>Segoe UI Symbol</vt:lpstr>
      <vt:lpstr>Office</vt:lpstr>
      <vt:lpstr>Overview Data Flow</vt:lpstr>
      <vt:lpstr>1  Header sync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reto bhunjun</dc:creator>
  <cp:lastModifiedBy>reto bhunjun</cp:lastModifiedBy>
  <cp:revision>49</cp:revision>
  <dcterms:created xsi:type="dcterms:W3CDTF">2026-10-02T10:39:19Z</dcterms:created>
  <dcterms:modified xsi:type="dcterms:W3CDTF">2026-10-04T21:26:29Z</dcterms:modified>
</cp:coreProperties>
</file>